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37" r:id="rId4"/>
  </p:sldMasterIdLst>
  <p:notesMasterIdLst>
    <p:notesMasterId r:id="rId14"/>
  </p:notesMasterIdLst>
  <p:sldIdLst>
    <p:sldId id="256" r:id="rId5"/>
    <p:sldId id="257" r:id="rId6"/>
    <p:sldId id="268" r:id="rId7"/>
    <p:sldId id="270" r:id="rId8"/>
    <p:sldId id="272" r:id="rId9"/>
    <p:sldId id="273" r:id="rId10"/>
    <p:sldId id="274" r:id="rId11"/>
    <p:sldId id="277" r:id="rId12"/>
    <p:sldId id="278" r:id="rId1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27E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2BA075-2147-4E7C-8207-6F857E598612}" v="508" dt="2025-11-16T13:00:21.986"/>
    <p1510:client id="{DC77F1DB-6BC1-4333-86B6-9A58C96E4C8C}" v="1605" dt="2025-11-16T12:53:01.7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60" d="100"/>
          <a:sy n="60" d="100"/>
        </p:scale>
        <p:origin x="180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10" Type="http://schemas.openxmlformats.org/officeDocument/2006/relationships/image" Target="../media/image27.svg"/><Relationship Id="rId4" Type="http://schemas.openxmlformats.org/officeDocument/2006/relationships/image" Target="../media/image21.svg"/><Relationship Id="rId9" Type="http://schemas.openxmlformats.org/officeDocument/2006/relationships/image" Target="../media/image26.pn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38.svg"/><Relationship Id="rId2" Type="http://schemas.openxmlformats.org/officeDocument/2006/relationships/image" Target="../media/image28.svg"/><Relationship Id="rId1" Type="http://schemas.openxmlformats.org/officeDocument/2006/relationships/image" Target="../media/image4.png"/><Relationship Id="rId6" Type="http://schemas.openxmlformats.org/officeDocument/2006/relationships/image" Target="../media/image32.sv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0" Type="http://schemas.openxmlformats.org/officeDocument/2006/relationships/image" Target="../media/image36.svg"/><Relationship Id="rId4" Type="http://schemas.openxmlformats.org/officeDocument/2006/relationships/image" Target="../media/image30.svg"/><Relationship Id="rId9" Type="http://schemas.openxmlformats.org/officeDocument/2006/relationships/image" Target="../media/image35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10" Type="http://schemas.openxmlformats.org/officeDocument/2006/relationships/image" Target="../media/image27.svg"/><Relationship Id="rId4" Type="http://schemas.openxmlformats.org/officeDocument/2006/relationships/image" Target="../media/image21.svg"/><Relationship Id="rId9" Type="http://schemas.openxmlformats.org/officeDocument/2006/relationships/image" Target="../media/image26.pn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38.svg"/><Relationship Id="rId2" Type="http://schemas.openxmlformats.org/officeDocument/2006/relationships/image" Target="../media/image28.svg"/><Relationship Id="rId1" Type="http://schemas.openxmlformats.org/officeDocument/2006/relationships/image" Target="../media/image4.png"/><Relationship Id="rId6" Type="http://schemas.openxmlformats.org/officeDocument/2006/relationships/image" Target="../media/image32.sv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0" Type="http://schemas.openxmlformats.org/officeDocument/2006/relationships/image" Target="../media/image36.svg"/><Relationship Id="rId4" Type="http://schemas.openxmlformats.org/officeDocument/2006/relationships/image" Target="../media/image30.svg"/><Relationship Id="rId9" Type="http://schemas.openxmlformats.org/officeDocument/2006/relationships/image" Target="../media/image35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5DF5A88-7D11-4FF5-AF6A-BB612884A1AC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D5A7B62-333F-4F7F-BCF6-EBA5C45EFCBE}">
      <dgm:prSet/>
      <dgm:spPr/>
      <dgm:t>
        <a:bodyPr/>
        <a:lstStyle/>
        <a:p>
          <a:pPr>
            <a:lnSpc>
              <a:spcPct val="100000"/>
            </a:lnSpc>
          </a:pPr>
          <a:r>
            <a:rPr lang="de-DE" b="0" i="0" baseline="0"/>
            <a:t>Routing task for the city of Graz</a:t>
          </a:r>
          <a:endParaRPr lang="en-US"/>
        </a:p>
      </dgm:t>
    </dgm:pt>
    <dgm:pt modelId="{C6F35DC0-E58E-4FDD-921C-7BCD88E27845}" type="parTrans" cxnId="{3C658C22-1245-472A-A079-642D9208F46B}">
      <dgm:prSet/>
      <dgm:spPr/>
      <dgm:t>
        <a:bodyPr/>
        <a:lstStyle/>
        <a:p>
          <a:endParaRPr lang="en-US"/>
        </a:p>
      </dgm:t>
    </dgm:pt>
    <dgm:pt modelId="{CE025DED-3DAA-4CF8-A836-A364A467BABF}" type="sibTrans" cxnId="{3C658C22-1245-472A-A079-642D9208F46B}">
      <dgm:prSet/>
      <dgm:spPr/>
      <dgm:t>
        <a:bodyPr/>
        <a:lstStyle/>
        <a:p>
          <a:endParaRPr lang="en-US"/>
        </a:p>
      </dgm:t>
    </dgm:pt>
    <dgm:pt modelId="{BA72C01E-CA5F-46D4-BFFD-7BEFA0D5C1AE}">
      <dgm:prSet/>
      <dgm:spPr/>
      <dgm:t>
        <a:bodyPr/>
        <a:lstStyle/>
        <a:p>
          <a:pPr>
            <a:lnSpc>
              <a:spcPct val="100000"/>
            </a:lnSpc>
          </a:pPr>
          <a:r>
            <a:rPr lang="de-DE" b="0" i="0" baseline="0"/>
            <a:t>Start node chosen as nearest to our home coordinates</a:t>
          </a:r>
          <a:endParaRPr lang="en-US"/>
        </a:p>
      </dgm:t>
    </dgm:pt>
    <dgm:pt modelId="{705E77D9-89E8-4243-B5A3-2D696905C4C2}" type="parTrans" cxnId="{35927BB1-F083-4081-B2D9-0AE9D24353FC}">
      <dgm:prSet/>
      <dgm:spPr/>
      <dgm:t>
        <a:bodyPr/>
        <a:lstStyle/>
        <a:p>
          <a:endParaRPr lang="en-US"/>
        </a:p>
      </dgm:t>
    </dgm:pt>
    <dgm:pt modelId="{A8E9B162-B724-4E1D-9DE0-30148B399D52}" type="sibTrans" cxnId="{35927BB1-F083-4081-B2D9-0AE9D24353FC}">
      <dgm:prSet/>
      <dgm:spPr/>
      <dgm:t>
        <a:bodyPr/>
        <a:lstStyle/>
        <a:p>
          <a:endParaRPr lang="en-US"/>
        </a:p>
      </dgm:t>
    </dgm:pt>
    <dgm:pt modelId="{263EC83D-646B-4F5C-801F-24A12C8D719B}">
      <dgm:prSet/>
      <dgm:spPr/>
      <dgm:t>
        <a:bodyPr/>
        <a:lstStyle/>
        <a:p>
          <a:pPr>
            <a:lnSpc>
              <a:spcPct val="100000"/>
            </a:lnSpc>
          </a:pPr>
          <a:r>
            <a:rPr lang="de-DE" b="0" i="0" baseline="0"/>
            <a:t>Compute routes to three landmarks</a:t>
          </a:r>
          <a:endParaRPr lang="en-US"/>
        </a:p>
      </dgm:t>
    </dgm:pt>
    <dgm:pt modelId="{CBF8F5BE-7634-46BD-946D-99198EA146AB}" type="parTrans" cxnId="{AE98016E-2EEE-49E9-848C-06D1BFBB343B}">
      <dgm:prSet/>
      <dgm:spPr/>
      <dgm:t>
        <a:bodyPr/>
        <a:lstStyle/>
        <a:p>
          <a:endParaRPr lang="en-US"/>
        </a:p>
      </dgm:t>
    </dgm:pt>
    <dgm:pt modelId="{454F25F0-5681-4A11-8C2E-CB32F04C3959}" type="sibTrans" cxnId="{AE98016E-2EEE-49E9-848C-06D1BFBB343B}">
      <dgm:prSet/>
      <dgm:spPr/>
      <dgm:t>
        <a:bodyPr/>
        <a:lstStyle/>
        <a:p>
          <a:endParaRPr lang="en-US"/>
        </a:p>
      </dgm:t>
    </dgm:pt>
    <dgm:pt modelId="{E692296E-4832-487C-8E43-65A79E577089}">
      <dgm:prSet/>
      <dgm:spPr/>
      <dgm:t>
        <a:bodyPr/>
        <a:lstStyle/>
        <a:p>
          <a:pPr>
            <a:lnSpc>
              <a:spcPct val="100000"/>
            </a:lnSpc>
          </a:pPr>
          <a:r>
            <a:rPr lang="de-DE" b="0" i="0" baseline="0"/>
            <a:t>Evaluate distance and time as cost functions</a:t>
          </a:r>
          <a:endParaRPr lang="en-US"/>
        </a:p>
      </dgm:t>
    </dgm:pt>
    <dgm:pt modelId="{F61446F7-C52D-45F0-ACA8-5BE56236F6D0}" type="parTrans" cxnId="{FF00DC04-0344-49BD-BDD8-03F31644B8A0}">
      <dgm:prSet/>
      <dgm:spPr/>
      <dgm:t>
        <a:bodyPr/>
        <a:lstStyle/>
        <a:p>
          <a:endParaRPr lang="en-US"/>
        </a:p>
      </dgm:t>
    </dgm:pt>
    <dgm:pt modelId="{DF374DCA-5D3A-49D5-B1AB-34A23D397B1B}" type="sibTrans" cxnId="{FF00DC04-0344-49BD-BDD8-03F31644B8A0}">
      <dgm:prSet/>
      <dgm:spPr/>
      <dgm:t>
        <a:bodyPr/>
        <a:lstStyle/>
        <a:p>
          <a:endParaRPr lang="en-US"/>
        </a:p>
      </dgm:t>
    </dgm:pt>
    <dgm:pt modelId="{CFCFEFF7-41D7-458A-B2AA-AED652161DDD}">
      <dgm:prSet/>
      <dgm:spPr/>
      <dgm:t>
        <a:bodyPr/>
        <a:lstStyle/>
        <a:p>
          <a:pPr>
            <a:lnSpc>
              <a:spcPct val="100000"/>
            </a:lnSpc>
          </a:pPr>
          <a:r>
            <a:rPr lang="de-DE"/>
            <a:t>Compare Dijkstra and A* (distance as cost function)</a:t>
          </a:r>
          <a:endParaRPr lang="en-US"/>
        </a:p>
      </dgm:t>
    </dgm:pt>
    <dgm:pt modelId="{DDF1BE4D-2B16-450A-A7E4-A90287F48F8E}" type="parTrans" cxnId="{7E658C5A-147A-45C3-BB20-B8BB575F1F03}">
      <dgm:prSet/>
      <dgm:spPr/>
      <dgm:t>
        <a:bodyPr/>
        <a:lstStyle/>
        <a:p>
          <a:endParaRPr lang="en-US"/>
        </a:p>
      </dgm:t>
    </dgm:pt>
    <dgm:pt modelId="{EAF837D6-7CC4-49F7-8422-883BD0FBA18E}" type="sibTrans" cxnId="{7E658C5A-147A-45C3-BB20-B8BB575F1F03}">
      <dgm:prSet/>
      <dgm:spPr/>
      <dgm:t>
        <a:bodyPr/>
        <a:lstStyle/>
        <a:p>
          <a:endParaRPr lang="en-US"/>
        </a:p>
      </dgm:t>
    </dgm:pt>
    <dgm:pt modelId="{80E8ECF6-94E2-41BA-A893-0FD70114B0A2}" type="pres">
      <dgm:prSet presAssocID="{45DF5A88-7D11-4FF5-AF6A-BB612884A1AC}" presName="root" presStyleCnt="0">
        <dgm:presLayoutVars>
          <dgm:dir/>
          <dgm:resizeHandles val="exact"/>
        </dgm:presLayoutVars>
      </dgm:prSet>
      <dgm:spPr/>
    </dgm:pt>
    <dgm:pt modelId="{AF656F3E-839D-49AB-8620-2E5EE49F897C}" type="pres">
      <dgm:prSet presAssocID="{BD5A7B62-333F-4F7F-BCF6-EBA5C45EFCBE}" presName="compNode" presStyleCnt="0"/>
      <dgm:spPr/>
    </dgm:pt>
    <dgm:pt modelId="{6AC0EECF-93E1-4540-A277-D7234FDE3CA1}" type="pres">
      <dgm:prSet presAssocID="{BD5A7B62-333F-4F7F-BCF6-EBA5C45EFCBE}" presName="bgRect" presStyleLbl="bgShp" presStyleIdx="0" presStyleCnt="5"/>
      <dgm:spPr>
        <a:noFill/>
      </dgm:spPr>
    </dgm:pt>
    <dgm:pt modelId="{6FF7B2A9-ECAE-4923-8A94-918568E55692}" type="pres">
      <dgm:prSet presAssocID="{BD5A7B62-333F-4F7F-BCF6-EBA5C45EFCBE}" presName="iconRect" presStyleLbl="node1" presStyleIdx="0" presStyleCnt="5"/>
      <dgm:spPr>
        <a:blipFill>
          <a:blip xmlns:r="http://schemas.openxmlformats.org/officeDocument/2006/relationships" r:embed="rId1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ute zwei Stecknadeln mit Weg mit einfarbiger Füllung"/>
        </a:ext>
      </dgm:extLst>
    </dgm:pt>
    <dgm:pt modelId="{76D8DD6E-6DDE-4E90-A6D3-8C62035447EB}" type="pres">
      <dgm:prSet presAssocID="{BD5A7B62-333F-4F7F-BCF6-EBA5C45EFCBE}" presName="spaceRect" presStyleCnt="0"/>
      <dgm:spPr/>
    </dgm:pt>
    <dgm:pt modelId="{CAE976F3-CA7B-4B35-83FA-F76A2F2703D9}" type="pres">
      <dgm:prSet presAssocID="{BD5A7B62-333F-4F7F-BCF6-EBA5C45EFCBE}" presName="parTx" presStyleLbl="revTx" presStyleIdx="0" presStyleCnt="5">
        <dgm:presLayoutVars>
          <dgm:chMax val="0"/>
          <dgm:chPref val="0"/>
        </dgm:presLayoutVars>
      </dgm:prSet>
      <dgm:spPr/>
    </dgm:pt>
    <dgm:pt modelId="{B157E92F-C59B-41A3-AC2C-4B31246A2101}" type="pres">
      <dgm:prSet presAssocID="{CE025DED-3DAA-4CF8-A836-A364A467BABF}" presName="sibTrans" presStyleCnt="0"/>
      <dgm:spPr/>
    </dgm:pt>
    <dgm:pt modelId="{9557CB4D-CAD4-436A-B258-D04E461AB4F2}" type="pres">
      <dgm:prSet presAssocID="{BA72C01E-CA5F-46D4-BFFD-7BEFA0D5C1AE}" presName="compNode" presStyleCnt="0"/>
      <dgm:spPr/>
    </dgm:pt>
    <dgm:pt modelId="{9036B167-F1E4-4027-9798-96F38FD6962F}" type="pres">
      <dgm:prSet presAssocID="{BA72C01E-CA5F-46D4-BFFD-7BEFA0D5C1AE}" presName="bgRect" presStyleLbl="bgShp" presStyleIdx="1" presStyleCnt="5"/>
      <dgm:spPr>
        <a:noFill/>
      </dgm:spPr>
    </dgm:pt>
    <dgm:pt modelId="{8D451EF7-460D-46A4-A271-E96897E51A72}" type="pres">
      <dgm:prSet presAssocID="{BA72C01E-CA5F-46D4-BFFD-7BEFA0D5C1AE}" presName="iconRect" presStyleLbl="node1" presStyleIdx="1" presStyleCnt="5"/>
      <dgm:spPr>
        <a:blipFill>
          <a:blip xmlns:r="http://schemas.openxmlformats.org/officeDocument/2006/relationships" r:embed="rId3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rker"/>
        </a:ext>
      </dgm:extLst>
    </dgm:pt>
    <dgm:pt modelId="{92A7FBA4-8269-42FC-A080-4CEBA62AABAC}" type="pres">
      <dgm:prSet presAssocID="{BA72C01E-CA5F-46D4-BFFD-7BEFA0D5C1AE}" presName="spaceRect" presStyleCnt="0"/>
      <dgm:spPr/>
    </dgm:pt>
    <dgm:pt modelId="{57C1C074-212C-4B88-A262-DE4C7BB4416A}" type="pres">
      <dgm:prSet presAssocID="{BA72C01E-CA5F-46D4-BFFD-7BEFA0D5C1AE}" presName="parTx" presStyleLbl="revTx" presStyleIdx="1" presStyleCnt="5">
        <dgm:presLayoutVars>
          <dgm:chMax val="0"/>
          <dgm:chPref val="0"/>
        </dgm:presLayoutVars>
      </dgm:prSet>
      <dgm:spPr/>
    </dgm:pt>
    <dgm:pt modelId="{B3017097-AA53-472F-A7C0-62774086D431}" type="pres">
      <dgm:prSet presAssocID="{A8E9B162-B724-4E1D-9DE0-30148B399D52}" presName="sibTrans" presStyleCnt="0"/>
      <dgm:spPr/>
    </dgm:pt>
    <dgm:pt modelId="{94191A93-9D89-4315-813B-ECFB4567D50B}" type="pres">
      <dgm:prSet presAssocID="{263EC83D-646B-4F5C-801F-24A12C8D719B}" presName="compNode" presStyleCnt="0"/>
      <dgm:spPr/>
    </dgm:pt>
    <dgm:pt modelId="{511E6144-7DBC-4C5F-BAF1-40FD8AA639DF}" type="pres">
      <dgm:prSet presAssocID="{263EC83D-646B-4F5C-801F-24A12C8D719B}" presName="bgRect" presStyleLbl="bgShp" presStyleIdx="2" presStyleCnt="5"/>
      <dgm:spPr>
        <a:noFill/>
      </dgm:spPr>
    </dgm:pt>
    <dgm:pt modelId="{963BEFC9-3A94-4E01-8344-3DAD6C04A75C}" type="pres">
      <dgm:prSet presAssocID="{263EC83D-646B-4F5C-801F-24A12C8D719B}" presName="iconRect" presStyleLbl="node1" presStyleIdx="2" presStyleCnt="5"/>
      <dgm:spPr>
        <a:blipFill>
          <a:blip xmlns:r="http://schemas.openxmlformats.org/officeDocument/2006/relationships" r:embed="rId5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atistiken mit einfarbiger Füllung"/>
        </a:ext>
      </dgm:extLst>
    </dgm:pt>
    <dgm:pt modelId="{A0B57BDE-A90B-4999-9D86-11F7D6D06356}" type="pres">
      <dgm:prSet presAssocID="{263EC83D-646B-4F5C-801F-24A12C8D719B}" presName="spaceRect" presStyleCnt="0"/>
      <dgm:spPr/>
    </dgm:pt>
    <dgm:pt modelId="{C7E86B0B-7630-471A-9E64-636B9DDA8AA1}" type="pres">
      <dgm:prSet presAssocID="{263EC83D-646B-4F5C-801F-24A12C8D719B}" presName="parTx" presStyleLbl="revTx" presStyleIdx="2" presStyleCnt="5">
        <dgm:presLayoutVars>
          <dgm:chMax val="0"/>
          <dgm:chPref val="0"/>
        </dgm:presLayoutVars>
      </dgm:prSet>
      <dgm:spPr/>
    </dgm:pt>
    <dgm:pt modelId="{55FFFFC3-18D9-46F8-8793-EE3CB2D6B159}" type="pres">
      <dgm:prSet presAssocID="{454F25F0-5681-4A11-8C2E-CB32F04C3959}" presName="sibTrans" presStyleCnt="0"/>
      <dgm:spPr/>
    </dgm:pt>
    <dgm:pt modelId="{81662FFA-65EF-4FB9-B18A-B9E1516EEC34}" type="pres">
      <dgm:prSet presAssocID="{E692296E-4832-487C-8E43-65A79E577089}" presName="compNode" presStyleCnt="0"/>
      <dgm:spPr/>
    </dgm:pt>
    <dgm:pt modelId="{6E5AD9A9-D2B7-4F2D-B49A-1463FB4BA175}" type="pres">
      <dgm:prSet presAssocID="{E692296E-4832-487C-8E43-65A79E577089}" presName="bgRect" presStyleLbl="bgShp" presStyleIdx="3" presStyleCnt="5"/>
      <dgm:spPr>
        <a:noFill/>
      </dgm:spPr>
    </dgm:pt>
    <dgm:pt modelId="{7B6FDC80-ED80-4C26-987C-A33F2837B8B6}" type="pres">
      <dgm:prSet presAssocID="{E692296E-4832-487C-8E43-65A79E577089}" presName="iconRect" presStyleLbl="node1" presStyleIdx="3" presStyleCnt="5"/>
      <dgm:spPr>
        <a:blipFill>
          <a:blip xmlns:r="http://schemas.openxmlformats.org/officeDocument/2006/relationships" r:embed="rId7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oppuhr"/>
        </a:ext>
      </dgm:extLst>
    </dgm:pt>
    <dgm:pt modelId="{0F6EC932-DF0F-47A6-84DB-1CD95D9CAA4E}" type="pres">
      <dgm:prSet presAssocID="{E692296E-4832-487C-8E43-65A79E577089}" presName="spaceRect" presStyleCnt="0"/>
      <dgm:spPr/>
    </dgm:pt>
    <dgm:pt modelId="{67B7696C-70E2-4CC5-B91F-70C537AF7D52}" type="pres">
      <dgm:prSet presAssocID="{E692296E-4832-487C-8E43-65A79E577089}" presName="parTx" presStyleLbl="revTx" presStyleIdx="3" presStyleCnt="5">
        <dgm:presLayoutVars>
          <dgm:chMax val="0"/>
          <dgm:chPref val="0"/>
        </dgm:presLayoutVars>
      </dgm:prSet>
      <dgm:spPr/>
    </dgm:pt>
    <dgm:pt modelId="{6B3D1DF4-67FC-452C-9CDE-F591C5556C91}" type="pres">
      <dgm:prSet presAssocID="{DF374DCA-5D3A-49D5-B1AB-34A23D397B1B}" presName="sibTrans" presStyleCnt="0"/>
      <dgm:spPr/>
    </dgm:pt>
    <dgm:pt modelId="{A99A4AF9-930D-4D3F-99FE-73A4D6E43A25}" type="pres">
      <dgm:prSet presAssocID="{CFCFEFF7-41D7-458A-B2AA-AED652161DDD}" presName="compNode" presStyleCnt="0"/>
      <dgm:spPr/>
    </dgm:pt>
    <dgm:pt modelId="{9CC3A50F-8675-49B4-8144-C7F101B9B1E4}" type="pres">
      <dgm:prSet presAssocID="{CFCFEFF7-41D7-458A-B2AA-AED652161DDD}" presName="bgRect" presStyleLbl="bgShp" presStyleIdx="4" presStyleCnt="5"/>
      <dgm:spPr>
        <a:noFill/>
      </dgm:spPr>
    </dgm:pt>
    <dgm:pt modelId="{10ED7305-8AC2-4528-9BE1-ABDDC121FA59}" type="pres">
      <dgm:prSet presAssocID="{CFCFEFF7-41D7-458A-B2AA-AED652161DDD}" presName="iconRect" presStyleLbl="node1" presStyleIdx="4" presStyleCnt="5"/>
      <dgm:spPr>
        <a:blipFill>
          <a:blip xmlns:r="http://schemas.openxmlformats.org/officeDocument/2006/relationships" r:embed="rId9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äsentation mit Kreisdiagramm mit einfarbiger Füllung"/>
        </a:ext>
      </dgm:extLst>
    </dgm:pt>
    <dgm:pt modelId="{413F0F34-A9CB-42FC-9DC7-25FE3FD067FA}" type="pres">
      <dgm:prSet presAssocID="{CFCFEFF7-41D7-458A-B2AA-AED652161DDD}" presName="spaceRect" presStyleCnt="0"/>
      <dgm:spPr/>
    </dgm:pt>
    <dgm:pt modelId="{B4DC5F9E-E61F-4377-BDFC-2B5A445507C6}" type="pres">
      <dgm:prSet presAssocID="{CFCFEFF7-41D7-458A-B2AA-AED652161DDD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FF00DC04-0344-49BD-BDD8-03F31644B8A0}" srcId="{45DF5A88-7D11-4FF5-AF6A-BB612884A1AC}" destId="{E692296E-4832-487C-8E43-65A79E577089}" srcOrd="3" destOrd="0" parTransId="{F61446F7-C52D-45F0-ACA8-5BE56236F6D0}" sibTransId="{DF374DCA-5D3A-49D5-B1AB-34A23D397B1B}"/>
    <dgm:cxn modelId="{38B7CA1D-30B9-4999-BF0A-8A5B160D2511}" type="presOf" srcId="{263EC83D-646B-4F5C-801F-24A12C8D719B}" destId="{C7E86B0B-7630-471A-9E64-636B9DDA8AA1}" srcOrd="0" destOrd="0" presId="urn:microsoft.com/office/officeart/2018/2/layout/IconVerticalSolidList"/>
    <dgm:cxn modelId="{3C658C22-1245-472A-A079-642D9208F46B}" srcId="{45DF5A88-7D11-4FF5-AF6A-BB612884A1AC}" destId="{BD5A7B62-333F-4F7F-BCF6-EBA5C45EFCBE}" srcOrd="0" destOrd="0" parTransId="{C6F35DC0-E58E-4FDD-921C-7BCD88E27845}" sibTransId="{CE025DED-3DAA-4CF8-A836-A364A467BABF}"/>
    <dgm:cxn modelId="{AE98016E-2EEE-49E9-848C-06D1BFBB343B}" srcId="{45DF5A88-7D11-4FF5-AF6A-BB612884A1AC}" destId="{263EC83D-646B-4F5C-801F-24A12C8D719B}" srcOrd="2" destOrd="0" parTransId="{CBF8F5BE-7634-46BD-946D-99198EA146AB}" sibTransId="{454F25F0-5681-4A11-8C2E-CB32F04C3959}"/>
    <dgm:cxn modelId="{70B76473-D5AB-472A-BDFA-86254664E062}" type="presOf" srcId="{BD5A7B62-333F-4F7F-BCF6-EBA5C45EFCBE}" destId="{CAE976F3-CA7B-4B35-83FA-F76A2F2703D9}" srcOrd="0" destOrd="0" presId="urn:microsoft.com/office/officeart/2018/2/layout/IconVerticalSolidList"/>
    <dgm:cxn modelId="{04C22B78-2798-46E2-8DFA-29E2759ED972}" type="presOf" srcId="{BA72C01E-CA5F-46D4-BFFD-7BEFA0D5C1AE}" destId="{57C1C074-212C-4B88-A262-DE4C7BB4416A}" srcOrd="0" destOrd="0" presId="urn:microsoft.com/office/officeart/2018/2/layout/IconVerticalSolidList"/>
    <dgm:cxn modelId="{C06CCB78-329A-4FD7-9A29-524ACD19227E}" type="presOf" srcId="{E692296E-4832-487C-8E43-65A79E577089}" destId="{67B7696C-70E2-4CC5-B91F-70C537AF7D52}" srcOrd="0" destOrd="0" presId="urn:microsoft.com/office/officeart/2018/2/layout/IconVerticalSolidList"/>
    <dgm:cxn modelId="{7E658C5A-147A-45C3-BB20-B8BB575F1F03}" srcId="{45DF5A88-7D11-4FF5-AF6A-BB612884A1AC}" destId="{CFCFEFF7-41D7-458A-B2AA-AED652161DDD}" srcOrd="4" destOrd="0" parTransId="{DDF1BE4D-2B16-450A-A7E4-A90287F48F8E}" sibTransId="{EAF837D6-7CC4-49F7-8422-883BD0FBA18E}"/>
    <dgm:cxn modelId="{30BC029A-F0A7-4876-BC02-27DD99C209FC}" type="presOf" srcId="{CFCFEFF7-41D7-458A-B2AA-AED652161DDD}" destId="{B4DC5F9E-E61F-4377-BDFC-2B5A445507C6}" srcOrd="0" destOrd="0" presId="urn:microsoft.com/office/officeart/2018/2/layout/IconVerticalSolidList"/>
    <dgm:cxn modelId="{35927BB1-F083-4081-B2D9-0AE9D24353FC}" srcId="{45DF5A88-7D11-4FF5-AF6A-BB612884A1AC}" destId="{BA72C01E-CA5F-46D4-BFFD-7BEFA0D5C1AE}" srcOrd="1" destOrd="0" parTransId="{705E77D9-89E8-4243-B5A3-2D696905C4C2}" sibTransId="{A8E9B162-B724-4E1D-9DE0-30148B399D52}"/>
    <dgm:cxn modelId="{8FA027F5-E40D-428F-8B8C-E5361ABB3EEF}" type="presOf" srcId="{45DF5A88-7D11-4FF5-AF6A-BB612884A1AC}" destId="{80E8ECF6-94E2-41BA-A893-0FD70114B0A2}" srcOrd="0" destOrd="0" presId="urn:microsoft.com/office/officeart/2018/2/layout/IconVerticalSolidList"/>
    <dgm:cxn modelId="{FA0244F8-C927-4BE3-8023-5E7A58770359}" type="presParOf" srcId="{80E8ECF6-94E2-41BA-A893-0FD70114B0A2}" destId="{AF656F3E-839D-49AB-8620-2E5EE49F897C}" srcOrd="0" destOrd="0" presId="urn:microsoft.com/office/officeart/2018/2/layout/IconVerticalSolidList"/>
    <dgm:cxn modelId="{60BB138A-40E1-40B7-8964-8AC655D873B3}" type="presParOf" srcId="{AF656F3E-839D-49AB-8620-2E5EE49F897C}" destId="{6AC0EECF-93E1-4540-A277-D7234FDE3CA1}" srcOrd="0" destOrd="0" presId="urn:microsoft.com/office/officeart/2018/2/layout/IconVerticalSolidList"/>
    <dgm:cxn modelId="{0BD0C108-B6E8-4699-B681-0B0A07D3AB81}" type="presParOf" srcId="{AF656F3E-839D-49AB-8620-2E5EE49F897C}" destId="{6FF7B2A9-ECAE-4923-8A94-918568E55692}" srcOrd="1" destOrd="0" presId="urn:microsoft.com/office/officeart/2018/2/layout/IconVerticalSolidList"/>
    <dgm:cxn modelId="{0172A090-5910-43D3-AB81-E4F5848D5A0E}" type="presParOf" srcId="{AF656F3E-839D-49AB-8620-2E5EE49F897C}" destId="{76D8DD6E-6DDE-4E90-A6D3-8C62035447EB}" srcOrd="2" destOrd="0" presId="urn:microsoft.com/office/officeart/2018/2/layout/IconVerticalSolidList"/>
    <dgm:cxn modelId="{9B1EFF33-7BF8-4160-83F9-ABC496647A7B}" type="presParOf" srcId="{AF656F3E-839D-49AB-8620-2E5EE49F897C}" destId="{CAE976F3-CA7B-4B35-83FA-F76A2F2703D9}" srcOrd="3" destOrd="0" presId="urn:microsoft.com/office/officeart/2018/2/layout/IconVerticalSolidList"/>
    <dgm:cxn modelId="{9A01E16F-4F36-4320-BFD7-DDD1E3EB5413}" type="presParOf" srcId="{80E8ECF6-94E2-41BA-A893-0FD70114B0A2}" destId="{B157E92F-C59B-41A3-AC2C-4B31246A2101}" srcOrd="1" destOrd="0" presId="urn:microsoft.com/office/officeart/2018/2/layout/IconVerticalSolidList"/>
    <dgm:cxn modelId="{5DFB55A3-F476-46CF-AC4F-C9F46FB92809}" type="presParOf" srcId="{80E8ECF6-94E2-41BA-A893-0FD70114B0A2}" destId="{9557CB4D-CAD4-436A-B258-D04E461AB4F2}" srcOrd="2" destOrd="0" presId="urn:microsoft.com/office/officeart/2018/2/layout/IconVerticalSolidList"/>
    <dgm:cxn modelId="{5292F005-BE5A-4F6B-9918-AD6BA79CB18A}" type="presParOf" srcId="{9557CB4D-CAD4-436A-B258-D04E461AB4F2}" destId="{9036B167-F1E4-4027-9798-96F38FD6962F}" srcOrd="0" destOrd="0" presId="urn:microsoft.com/office/officeart/2018/2/layout/IconVerticalSolidList"/>
    <dgm:cxn modelId="{23628C73-6257-401E-A7C3-88D43A2A554D}" type="presParOf" srcId="{9557CB4D-CAD4-436A-B258-D04E461AB4F2}" destId="{8D451EF7-460D-46A4-A271-E96897E51A72}" srcOrd="1" destOrd="0" presId="urn:microsoft.com/office/officeart/2018/2/layout/IconVerticalSolidList"/>
    <dgm:cxn modelId="{E543691D-E138-442C-8526-0C5E4A72B473}" type="presParOf" srcId="{9557CB4D-CAD4-436A-B258-D04E461AB4F2}" destId="{92A7FBA4-8269-42FC-A080-4CEBA62AABAC}" srcOrd="2" destOrd="0" presId="urn:microsoft.com/office/officeart/2018/2/layout/IconVerticalSolidList"/>
    <dgm:cxn modelId="{EB3485DD-0BE5-48E2-8913-E78C0255B478}" type="presParOf" srcId="{9557CB4D-CAD4-436A-B258-D04E461AB4F2}" destId="{57C1C074-212C-4B88-A262-DE4C7BB4416A}" srcOrd="3" destOrd="0" presId="urn:microsoft.com/office/officeart/2018/2/layout/IconVerticalSolidList"/>
    <dgm:cxn modelId="{E26862D8-F139-42E0-B932-324818CC4426}" type="presParOf" srcId="{80E8ECF6-94E2-41BA-A893-0FD70114B0A2}" destId="{B3017097-AA53-472F-A7C0-62774086D431}" srcOrd="3" destOrd="0" presId="urn:microsoft.com/office/officeart/2018/2/layout/IconVerticalSolidList"/>
    <dgm:cxn modelId="{095D3215-6ECB-49CB-9006-D7D2E7580A3A}" type="presParOf" srcId="{80E8ECF6-94E2-41BA-A893-0FD70114B0A2}" destId="{94191A93-9D89-4315-813B-ECFB4567D50B}" srcOrd="4" destOrd="0" presId="urn:microsoft.com/office/officeart/2018/2/layout/IconVerticalSolidList"/>
    <dgm:cxn modelId="{D81676F6-ADDA-45F4-B719-9B52077F92D1}" type="presParOf" srcId="{94191A93-9D89-4315-813B-ECFB4567D50B}" destId="{511E6144-7DBC-4C5F-BAF1-40FD8AA639DF}" srcOrd="0" destOrd="0" presId="urn:microsoft.com/office/officeart/2018/2/layout/IconVerticalSolidList"/>
    <dgm:cxn modelId="{55CA4B17-860C-43DF-BA61-965D0D0D134F}" type="presParOf" srcId="{94191A93-9D89-4315-813B-ECFB4567D50B}" destId="{963BEFC9-3A94-4E01-8344-3DAD6C04A75C}" srcOrd="1" destOrd="0" presId="urn:microsoft.com/office/officeart/2018/2/layout/IconVerticalSolidList"/>
    <dgm:cxn modelId="{B88182AA-2281-460F-9D19-12AF295980B2}" type="presParOf" srcId="{94191A93-9D89-4315-813B-ECFB4567D50B}" destId="{A0B57BDE-A90B-4999-9D86-11F7D6D06356}" srcOrd="2" destOrd="0" presId="urn:microsoft.com/office/officeart/2018/2/layout/IconVerticalSolidList"/>
    <dgm:cxn modelId="{7A0923FF-38BD-4A8C-91D6-CFBC303B58E8}" type="presParOf" srcId="{94191A93-9D89-4315-813B-ECFB4567D50B}" destId="{C7E86B0B-7630-471A-9E64-636B9DDA8AA1}" srcOrd="3" destOrd="0" presId="urn:microsoft.com/office/officeart/2018/2/layout/IconVerticalSolidList"/>
    <dgm:cxn modelId="{D8390892-1917-4308-AD5F-170966C4FC6B}" type="presParOf" srcId="{80E8ECF6-94E2-41BA-A893-0FD70114B0A2}" destId="{55FFFFC3-18D9-46F8-8793-EE3CB2D6B159}" srcOrd="5" destOrd="0" presId="urn:microsoft.com/office/officeart/2018/2/layout/IconVerticalSolidList"/>
    <dgm:cxn modelId="{CDFD6C7A-05F7-48A5-9187-D54B3F13A2F4}" type="presParOf" srcId="{80E8ECF6-94E2-41BA-A893-0FD70114B0A2}" destId="{81662FFA-65EF-4FB9-B18A-B9E1516EEC34}" srcOrd="6" destOrd="0" presId="urn:microsoft.com/office/officeart/2018/2/layout/IconVerticalSolidList"/>
    <dgm:cxn modelId="{2825333D-FF4E-4E33-B354-623203D5E3C7}" type="presParOf" srcId="{81662FFA-65EF-4FB9-B18A-B9E1516EEC34}" destId="{6E5AD9A9-D2B7-4F2D-B49A-1463FB4BA175}" srcOrd="0" destOrd="0" presId="urn:microsoft.com/office/officeart/2018/2/layout/IconVerticalSolidList"/>
    <dgm:cxn modelId="{6861961B-5F25-4727-A7AE-CAE6278DDEF5}" type="presParOf" srcId="{81662FFA-65EF-4FB9-B18A-B9E1516EEC34}" destId="{7B6FDC80-ED80-4C26-987C-A33F2837B8B6}" srcOrd="1" destOrd="0" presId="urn:microsoft.com/office/officeart/2018/2/layout/IconVerticalSolidList"/>
    <dgm:cxn modelId="{822D1311-2E87-4464-9512-5D78F5F194CA}" type="presParOf" srcId="{81662FFA-65EF-4FB9-B18A-B9E1516EEC34}" destId="{0F6EC932-DF0F-47A6-84DB-1CD95D9CAA4E}" srcOrd="2" destOrd="0" presId="urn:microsoft.com/office/officeart/2018/2/layout/IconVerticalSolidList"/>
    <dgm:cxn modelId="{B1C9E99E-4546-4F66-AC19-1C512B834E5A}" type="presParOf" srcId="{81662FFA-65EF-4FB9-B18A-B9E1516EEC34}" destId="{67B7696C-70E2-4CC5-B91F-70C537AF7D52}" srcOrd="3" destOrd="0" presId="urn:microsoft.com/office/officeart/2018/2/layout/IconVerticalSolidList"/>
    <dgm:cxn modelId="{1CA3C466-08EC-4492-A02D-A432BE3605CD}" type="presParOf" srcId="{80E8ECF6-94E2-41BA-A893-0FD70114B0A2}" destId="{6B3D1DF4-67FC-452C-9CDE-F591C5556C91}" srcOrd="7" destOrd="0" presId="urn:microsoft.com/office/officeart/2018/2/layout/IconVerticalSolidList"/>
    <dgm:cxn modelId="{74A3CBD8-E2B1-4298-B168-68CA2B9115C7}" type="presParOf" srcId="{80E8ECF6-94E2-41BA-A893-0FD70114B0A2}" destId="{A99A4AF9-930D-4D3F-99FE-73A4D6E43A25}" srcOrd="8" destOrd="0" presId="urn:microsoft.com/office/officeart/2018/2/layout/IconVerticalSolidList"/>
    <dgm:cxn modelId="{483836FC-11F8-4DD2-9A4C-92C2EA0777E4}" type="presParOf" srcId="{A99A4AF9-930D-4D3F-99FE-73A4D6E43A25}" destId="{9CC3A50F-8675-49B4-8144-C7F101B9B1E4}" srcOrd="0" destOrd="0" presId="urn:microsoft.com/office/officeart/2018/2/layout/IconVerticalSolidList"/>
    <dgm:cxn modelId="{4D22A266-F46D-4A9E-A086-041D63C0AD33}" type="presParOf" srcId="{A99A4AF9-930D-4D3F-99FE-73A4D6E43A25}" destId="{10ED7305-8AC2-4528-9BE1-ABDDC121FA59}" srcOrd="1" destOrd="0" presId="urn:microsoft.com/office/officeart/2018/2/layout/IconVerticalSolidList"/>
    <dgm:cxn modelId="{21CA3EAC-EBE5-4825-80BC-6F11C5CEB56B}" type="presParOf" srcId="{A99A4AF9-930D-4D3F-99FE-73A4D6E43A25}" destId="{413F0F34-A9CB-42FC-9DC7-25FE3FD067FA}" srcOrd="2" destOrd="0" presId="urn:microsoft.com/office/officeart/2018/2/layout/IconVerticalSolidList"/>
    <dgm:cxn modelId="{A3A714E2-E07B-48BC-9515-8513788FE221}" type="presParOf" srcId="{A99A4AF9-930D-4D3F-99FE-73A4D6E43A25}" destId="{B4DC5F9E-E61F-4377-BDFC-2B5A445507C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ECFF6F2-8402-4572-B459-29447CAE2396}" type="doc">
      <dgm:prSet loTypeId="urn:microsoft.com/office/officeart/2005/8/layout/bProcess3" loCatId="process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en-GB"/>
        </a:p>
      </dgm:t>
    </dgm:pt>
    <dgm:pt modelId="{99708E2F-678C-4A81-B002-DB68DEAFBF1D}">
      <dgm:prSet/>
      <dgm:spPr>
        <a:noFill/>
        <a:ln>
          <a:solidFill>
            <a:srgbClr val="C27E16"/>
          </a:solidFill>
        </a:ln>
      </dgm:spPr>
      <dgm:t>
        <a:bodyPr/>
        <a:lstStyle/>
        <a:p>
          <a:r>
            <a:rPr lang="en-US"/>
            <a:t>Single-source shortest path algorithm</a:t>
          </a:r>
          <a:endParaRPr lang="de-AT"/>
        </a:p>
      </dgm:t>
    </dgm:pt>
    <dgm:pt modelId="{7EA926D0-700E-407B-9DEE-CEA6A0DE487C}" type="parTrans" cxnId="{15CBF361-4781-48B7-B029-41E7FBAA915B}">
      <dgm:prSet/>
      <dgm:spPr/>
      <dgm:t>
        <a:bodyPr/>
        <a:lstStyle/>
        <a:p>
          <a:endParaRPr lang="en-GB"/>
        </a:p>
      </dgm:t>
    </dgm:pt>
    <dgm:pt modelId="{5821C054-D60E-4C05-9C6A-5CA260DD5D75}" type="sibTrans" cxnId="{15CBF361-4781-48B7-B029-41E7FBAA915B}">
      <dgm:prSet/>
      <dgm:spPr>
        <a:ln>
          <a:solidFill>
            <a:srgbClr val="C27E16"/>
          </a:solidFill>
        </a:ln>
      </dgm:spPr>
      <dgm:t>
        <a:bodyPr/>
        <a:lstStyle/>
        <a:p>
          <a:endParaRPr lang="en-GB"/>
        </a:p>
      </dgm:t>
    </dgm:pt>
    <dgm:pt modelId="{0B6871B4-B6B7-43FB-BF8A-B180E23AB078}">
      <dgm:prSet/>
      <dgm:spPr>
        <a:noFill/>
        <a:ln>
          <a:solidFill>
            <a:srgbClr val="C27E16"/>
          </a:solidFill>
        </a:ln>
      </dgm:spPr>
      <dgm:t>
        <a:bodyPr/>
        <a:lstStyle/>
        <a:p>
          <a:r>
            <a:rPr lang="en-US"/>
            <a:t>Works for weighted, non-negative graphs</a:t>
          </a:r>
          <a:endParaRPr lang="de-AT"/>
        </a:p>
      </dgm:t>
    </dgm:pt>
    <dgm:pt modelId="{35245C79-C9BE-44BC-BA7C-37E3A77C42DC}" type="parTrans" cxnId="{095D48A6-95C6-4BAA-8D90-C0BF30896060}">
      <dgm:prSet/>
      <dgm:spPr/>
      <dgm:t>
        <a:bodyPr/>
        <a:lstStyle/>
        <a:p>
          <a:endParaRPr lang="en-GB"/>
        </a:p>
      </dgm:t>
    </dgm:pt>
    <dgm:pt modelId="{E1A0A114-62B6-4C6A-958C-0BEEFB8ABD5B}" type="sibTrans" cxnId="{095D48A6-95C6-4BAA-8D90-C0BF30896060}">
      <dgm:prSet/>
      <dgm:spPr>
        <a:ln>
          <a:solidFill>
            <a:srgbClr val="C27E16"/>
          </a:solidFill>
        </a:ln>
      </dgm:spPr>
      <dgm:t>
        <a:bodyPr/>
        <a:lstStyle/>
        <a:p>
          <a:endParaRPr lang="en-GB"/>
        </a:p>
      </dgm:t>
    </dgm:pt>
    <dgm:pt modelId="{614A69B1-947D-478F-AD2E-DA606FF8E565}">
      <dgm:prSet/>
      <dgm:spPr>
        <a:noFill/>
        <a:ln>
          <a:solidFill>
            <a:srgbClr val="C27E16"/>
          </a:solidFill>
        </a:ln>
      </dgm:spPr>
      <dgm:t>
        <a:bodyPr/>
        <a:lstStyle/>
        <a:p>
          <a:r>
            <a:rPr lang="en-US"/>
            <a:t>Uses temporary and permanent labels</a:t>
          </a:r>
          <a:endParaRPr lang="de-AT"/>
        </a:p>
      </dgm:t>
    </dgm:pt>
    <dgm:pt modelId="{6665B655-6F89-473C-8606-CCAA1A2804F6}" type="parTrans" cxnId="{789F9377-C3B9-4CF4-8609-7615CC80A784}">
      <dgm:prSet/>
      <dgm:spPr/>
      <dgm:t>
        <a:bodyPr/>
        <a:lstStyle/>
        <a:p>
          <a:endParaRPr lang="en-GB"/>
        </a:p>
      </dgm:t>
    </dgm:pt>
    <dgm:pt modelId="{5072E1BA-4C56-4274-A480-810686009010}" type="sibTrans" cxnId="{789F9377-C3B9-4CF4-8609-7615CC80A784}">
      <dgm:prSet/>
      <dgm:spPr>
        <a:ln>
          <a:solidFill>
            <a:srgbClr val="C27E16"/>
          </a:solidFill>
        </a:ln>
      </dgm:spPr>
      <dgm:t>
        <a:bodyPr/>
        <a:lstStyle/>
        <a:p>
          <a:endParaRPr lang="en-GB"/>
        </a:p>
      </dgm:t>
    </dgm:pt>
    <dgm:pt modelId="{BBD7575E-9E25-4AD7-A611-8A8BB5E75E58}">
      <dgm:prSet/>
      <dgm:spPr>
        <a:noFill/>
        <a:ln>
          <a:solidFill>
            <a:srgbClr val="C27E16"/>
          </a:solidFill>
        </a:ln>
      </dgm:spPr>
      <dgm:t>
        <a:bodyPr/>
        <a:lstStyle/>
        <a:p>
          <a:r>
            <a:rPr lang="en-US"/>
            <a:t>Initialize all distances as infinity, source as zero</a:t>
          </a:r>
          <a:endParaRPr lang="de-AT"/>
        </a:p>
      </dgm:t>
    </dgm:pt>
    <dgm:pt modelId="{81742327-99D2-4E01-A14B-FF567929EC1D}" type="parTrans" cxnId="{BC1A8637-BFD2-4102-A163-E789C19A18B5}">
      <dgm:prSet/>
      <dgm:spPr/>
      <dgm:t>
        <a:bodyPr/>
        <a:lstStyle/>
        <a:p>
          <a:endParaRPr lang="en-GB"/>
        </a:p>
      </dgm:t>
    </dgm:pt>
    <dgm:pt modelId="{711EF31D-9355-4D2D-AA50-F8D32EA6FD48}" type="sibTrans" cxnId="{BC1A8637-BFD2-4102-A163-E789C19A18B5}">
      <dgm:prSet/>
      <dgm:spPr>
        <a:noFill/>
        <a:ln>
          <a:solidFill>
            <a:srgbClr val="C27E16"/>
          </a:solidFill>
        </a:ln>
      </dgm:spPr>
      <dgm:t>
        <a:bodyPr/>
        <a:lstStyle/>
        <a:p>
          <a:endParaRPr lang="en-GB"/>
        </a:p>
      </dgm:t>
    </dgm:pt>
    <dgm:pt modelId="{BA0DCB58-102E-443E-B1DC-EC01C22060B9}">
      <dgm:prSet/>
      <dgm:spPr>
        <a:noFill/>
        <a:ln>
          <a:solidFill>
            <a:srgbClr val="C27E16"/>
          </a:solidFill>
        </a:ln>
      </dgm:spPr>
      <dgm:t>
        <a:bodyPr/>
        <a:lstStyle/>
        <a:p>
          <a:r>
            <a:rPr lang="en-US"/>
            <a:t>Repeatedly select node with smallest distance</a:t>
          </a:r>
          <a:endParaRPr lang="de-AT"/>
        </a:p>
      </dgm:t>
    </dgm:pt>
    <dgm:pt modelId="{4456724F-0D70-4DD2-8CB0-D251098DF8B7}" type="parTrans" cxnId="{3F76FDAA-26AA-4DB2-94EF-C67FB40066EE}">
      <dgm:prSet/>
      <dgm:spPr/>
      <dgm:t>
        <a:bodyPr/>
        <a:lstStyle/>
        <a:p>
          <a:endParaRPr lang="en-GB"/>
        </a:p>
      </dgm:t>
    </dgm:pt>
    <dgm:pt modelId="{E1C39F7E-A310-4EE3-B9C2-1301267EBC6F}" type="sibTrans" cxnId="{3F76FDAA-26AA-4DB2-94EF-C67FB40066EE}">
      <dgm:prSet/>
      <dgm:spPr>
        <a:ln>
          <a:solidFill>
            <a:srgbClr val="C27E16"/>
          </a:solidFill>
        </a:ln>
      </dgm:spPr>
      <dgm:t>
        <a:bodyPr/>
        <a:lstStyle/>
        <a:p>
          <a:endParaRPr lang="en-GB"/>
        </a:p>
      </dgm:t>
    </dgm:pt>
    <dgm:pt modelId="{28CC0522-31EE-46FD-BFB5-7290B9BA6897}">
      <dgm:prSet/>
      <dgm:spPr>
        <a:noFill/>
        <a:ln>
          <a:solidFill>
            <a:srgbClr val="C27E16"/>
          </a:solidFill>
        </a:ln>
      </dgm:spPr>
      <dgm:t>
        <a:bodyPr/>
        <a:lstStyle/>
        <a:p>
          <a:r>
            <a:rPr lang="en-US"/>
            <a:t>Update neighbors if shorter path found</a:t>
          </a:r>
          <a:endParaRPr lang="de-AT"/>
        </a:p>
      </dgm:t>
    </dgm:pt>
    <dgm:pt modelId="{29184605-7E8E-4ED0-B8E2-10FFEF3C838C}" type="parTrans" cxnId="{0C8DDA7B-7DB5-4093-8379-CA4808637A2B}">
      <dgm:prSet/>
      <dgm:spPr/>
      <dgm:t>
        <a:bodyPr/>
        <a:lstStyle/>
        <a:p>
          <a:endParaRPr lang="en-GB"/>
        </a:p>
      </dgm:t>
    </dgm:pt>
    <dgm:pt modelId="{22768D92-2917-4300-AB01-C7562B5E90D9}" type="sibTrans" cxnId="{0C8DDA7B-7DB5-4093-8379-CA4808637A2B}">
      <dgm:prSet/>
      <dgm:spPr>
        <a:ln>
          <a:solidFill>
            <a:srgbClr val="C27E16"/>
          </a:solidFill>
        </a:ln>
      </dgm:spPr>
      <dgm:t>
        <a:bodyPr/>
        <a:lstStyle/>
        <a:p>
          <a:endParaRPr lang="en-GB"/>
        </a:p>
      </dgm:t>
    </dgm:pt>
    <dgm:pt modelId="{6D266F4E-9E83-4018-946D-79727B113A3D}">
      <dgm:prSet/>
      <dgm:spPr>
        <a:noFill/>
        <a:ln>
          <a:solidFill>
            <a:srgbClr val="C27E16"/>
          </a:solidFill>
        </a:ln>
      </dgm:spPr>
      <dgm:t>
        <a:bodyPr/>
        <a:lstStyle/>
        <a:p>
          <a:r>
            <a:rPr lang="en-US"/>
            <a:t>Stop when all nodes have permanent labels or target reached</a:t>
          </a:r>
          <a:endParaRPr lang="de-AT"/>
        </a:p>
      </dgm:t>
    </dgm:pt>
    <dgm:pt modelId="{6F998514-6C62-4E31-A3E4-7F98F857C016}" type="parTrans" cxnId="{C8BF2FC0-0C41-4DA3-89A0-663F7B96C5CA}">
      <dgm:prSet/>
      <dgm:spPr/>
      <dgm:t>
        <a:bodyPr/>
        <a:lstStyle/>
        <a:p>
          <a:endParaRPr lang="en-GB"/>
        </a:p>
      </dgm:t>
    </dgm:pt>
    <dgm:pt modelId="{5F533722-B8CE-4DEE-B0D1-6F1441A03174}" type="sibTrans" cxnId="{C8BF2FC0-0C41-4DA3-89A0-663F7B96C5CA}">
      <dgm:prSet/>
      <dgm:spPr/>
      <dgm:t>
        <a:bodyPr/>
        <a:lstStyle/>
        <a:p>
          <a:endParaRPr lang="en-GB"/>
        </a:p>
      </dgm:t>
    </dgm:pt>
    <dgm:pt modelId="{9995B3F7-376F-4FA8-9293-CE77227E034A}" type="pres">
      <dgm:prSet presAssocID="{3ECFF6F2-8402-4572-B459-29447CAE2396}" presName="Name0" presStyleCnt="0">
        <dgm:presLayoutVars>
          <dgm:dir/>
          <dgm:resizeHandles val="exact"/>
        </dgm:presLayoutVars>
      </dgm:prSet>
      <dgm:spPr/>
    </dgm:pt>
    <dgm:pt modelId="{68963D41-B1E7-4642-880A-1264481EAC72}" type="pres">
      <dgm:prSet presAssocID="{99708E2F-678C-4A81-B002-DB68DEAFBF1D}" presName="node" presStyleLbl="node1" presStyleIdx="0" presStyleCnt="7">
        <dgm:presLayoutVars>
          <dgm:bulletEnabled val="1"/>
        </dgm:presLayoutVars>
      </dgm:prSet>
      <dgm:spPr/>
    </dgm:pt>
    <dgm:pt modelId="{9F884FE7-F16E-412C-841B-C8D021F1D6E5}" type="pres">
      <dgm:prSet presAssocID="{5821C054-D60E-4C05-9C6A-5CA260DD5D75}" presName="sibTrans" presStyleLbl="sibTrans1D1" presStyleIdx="0" presStyleCnt="6"/>
      <dgm:spPr/>
    </dgm:pt>
    <dgm:pt modelId="{66479298-1C45-452B-A5D4-2214A5E15D48}" type="pres">
      <dgm:prSet presAssocID="{5821C054-D60E-4C05-9C6A-5CA260DD5D75}" presName="connectorText" presStyleLbl="sibTrans1D1" presStyleIdx="0" presStyleCnt="6"/>
      <dgm:spPr/>
    </dgm:pt>
    <dgm:pt modelId="{6AF0E44F-4067-4F07-93D8-2855ABD0C584}" type="pres">
      <dgm:prSet presAssocID="{0B6871B4-B6B7-43FB-BF8A-B180E23AB078}" presName="node" presStyleLbl="node1" presStyleIdx="1" presStyleCnt="7">
        <dgm:presLayoutVars>
          <dgm:bulletEnabled val="1"/>
        </dgm:presLayoutVars>
      </dgm:prSet>
      <dgm:spPr/>
    </dgm:pt>
    <dgm:pt modelId="{F1BFB32E-C169-4EBB-B9EA-008AF1403D74}" type="pres">
      <dgm:prSet presAssocID="{E1A0A114-62B6-4C6A-958C-0BEEFB8ABD5B}" presName="sibTrans" presStyleLbl="sibTrans1D1" presStyleIdx="1" presStyleCnt="6"/>
      <dgm:spPr/>
    </dgm:pt>
    <dgm:pt modelId="{9F99DD1C-138E-4F5C-B7A4-36361612E788}" type="pres">
      <dgm:prSet presAssocID="{E1A0A114-62B6-4C6A-958C-0BEEFB8ABD5B}" presName="connectorText" presStyleLbl="sibTrans1D1" presStyleIdx="1" presStyleCnt="6"/>
      <dgm:spPr/>
    </dgm:pt>
    <dgm:pt modelId="{A58E465F-3870-451B-B23B-03D9302708C5}" type="pres">
      <dgm:prSet presAssocID="{614A69B1-947D-478F-AD2E-DA606FF8E565}" presName="node" presStyleLbl="node1" presStyleIdx="2" presStyleCnt="7">
        <dgm:presLayoutVars>
          <dgm:bulletEnabled val="1"/>
        </dgm:presLayoutVars>
      </dgm:prSet>
      <dgm:spPr/>
    </dgm:pt>
    <dgm:pt modelId="{2296FC39-2DF0-4729-BBC8-36E6DC888C02}" type="pres">
      <dgm:prSet presAssocID="{5072E1BA-4C56-4274-A480-810686009010}" presName="sibTrans" presStyleLbl="sibTrans1D1" presStyleIdx="2" presStyleCnt="6"/>
      <dgm:spPr/>
    </dgm:pt>
    <dgm:pt modelId="{5E7891E4-4A99-4F17-A0DB-10E2FBBC4499}" type="pres">
      <dgm:prSet presAssocID="{5072E1BA-4C56-4274-A480-810686009010}" presName="connectorText" presStyleLbl="sibTrans1D1" presStyleIdx="2" presStyleCnt="6"/>
      <dgm:spPr/>
    </dgm:pt>
    <dgm:pt modelId="{9A9E02C1-B95E-4C01-9991-8AE5265395DE}" type="pres">
      <dgm:prSet presAssocID="{BBD7575E-9E25-4AD7-A611-8A8BB5E75E58}" presName="node" presStyleLbl="node1" presStyleIdx="3" presStyleCnt="7">
        <dgm:presLayoutVars>
          <dgm:bulletEnabled val="1"/>
        </dgm:presLayoutVars>
      </dgm:prSet>
      <dgm:spPr/>
    </dgm:pt>
    <dgm:pt modelId="{76ABD2D3-FA29-46F1-9289-461CF1B45209}" type="pres">
      <dgm:prSet presAssocID="{711EF31D-9355-4D2D-AA50-F8D32EA6FD48}" presName="sibTrans" presStyleLbl="sibTrans1D1" presStyleIdx="3" presStyleCnt="6"/>
      <dgm:spPr/>
    </dgm:pt>
    <dgm:pt modelId="{48EF03B4-73CF-4014-8DB3-07AC3757D97B}" type="pres">
      <dgm:prSet presAssocID="{711EF31D-9355-4D2D-AA50-F8D32EA6FD48}" presName="connectorText" presStyleLbl="sibTrans1D1" presStyleIdx="3" presStyleCnt="6"/>
      <dgm:spPr/>
    </dgm:pt>
    <dgm:pt modelId="{65EA2154-1CE3-49CB-AE85-31A4105804DE}" type="pres">
      <dgm:prSet presAssocID="{BA0DCB58-102E-443E-B1DC-EC01C22060B9}" presName="node" presStyleLbl="node1" presStyleIdx="4" presStyleCnt="7">
        <dgm:presLayoutVars>
          <dgm:bulletEnabled val="1"/>
        </dgm:presLayoutVars>
      </dgm:prSet>
      <dgm:spPr/>
    </dgm:pt>
    <dgm:pt modelId="{37F64B06-F994-47F4-9F29-E56A77225F03}" type="pres">
      <dgm:prSet presAssocID="{E1C39F7E-A310-4EE3-B9C2-1301267EBC6F}" presName="sibTrans" presStyleLbl="sibTrans1D1" presStyleIdx="4" presStyleCnt="6"/>
      <dgm:spPr/>
    </dgm:pt>
    <dgm:pt modelId="{8689D729-A021-4D48-B9E2-0A87A8EFA282}" type="pres">
      <dgm:prSet presAssocID="{E1C39F7E-A310-4EE3-B9C2-1301267EBC6F}" presName="connectorText" presStyleLbl="sibTrans1D1" presStyleIdx="4" presStyleCnt="6"/>
      <dgm:spPr/>
    </dgm:pt>
    <dgm:pt modelId="{E2B054C1-01E7-4EDA-BC87-DB64A4B31AFA}" type="pres">
      <dgm:prSet presAssocID="{28CC0522-31EE-46FD-BFB5-7290B9BA6897}" presName="node" presStyleLbl="node1" presStyleIdx="5" presStyleCnt="7">
        <dgm:presLayoutVars>
          <dgm:bulletEnabled val="1"/>
        </dgm:presLayoutVars>
      </dgm:prSet>
      <dgm:spPr/>
    </dgm:pt>
    <dgm:pt modelId="{D813D162-12D3-4457-82C1-C04E6B251A4E}" type="pres">
      <dgm:prSet presAssocID="{22768D92-2917-4300-AB01-C7562B5E90D9}" presName="sibTrans" presStyleLbl="sibTrans1D1" presStyleIdx="5" presStyleCnt="6"/>
      <dgm:spPr/>
    </dgm:pt>
    <dgm:pt modelId="{1A1C5640-4EE9-4488-89A5-0884BCFED6F7}" type="pres">
      <dgm:prSet presAssocID="{22768D92-2917-4300-AB01-C7562B5E90D9}" presName="connectorText" presStyleLbl="sibTrans1D1" presStyleIdx="5" presStyleCnt="6"/>
      <dgm:spPr/>
    </dgm:pt>
    <dgm:pt modelId="{CDF70944-E6D1-47EC-B2EF-E8FA987120F8}" type="pres">
      <dgm:prSet presAssocID="{6D266F4E-9E83-4018-946D-79727B113A3D}" presName="node" presStyleLbl="node1" presStyleIdx="6" presStyleCnt="7">
        <dgm:presLayoutVars>
          <dgm:bulletEnabled val="1"/>
        </dgm:presLayoutVars>
      </dgm:prSet>
      <dgm:spPr/>
    </dgm:pt>
  </dgm:ptLst>
  <dgm:cxnLst>
    <dgm:cxn modelId="{0F086718-03C0-480A-A8B1-CBCB19A47590}" type="presOf" srcId="{614A69B1-947D-478F-AD2E-DA606FF8E565}" destId="{A58E465F-3870-451B-B23B-03D9302708C5}" srcOrd="0" destOrd="0" presId="urn:microsoft.com/office/officeart/2005/8/layout/bProcess3"/>
    <dgm:cxn modelId="{0F237627-7BEE-4EE1-9372-513E524037F4}" type="presOf" srcId="{BA0DCB58-102E-443E-B1DC-EC01C22060B9}" destId="{65EA2154-1CE3-49CB-AE85-31A4105804DE}" srcOrd="0" destOrd="0" presId="urn:microsoft.com/office/officeart/2005/8/layout/bProcess3"/>
    <dgm:cxn modelId="{3436A42B-3E31-489C-8360-8AFE265FD94B}" type="presOf" srcId="{5072E1BA-4C56-4274-A480-810686009010}" destId="{2296FC39-2DF0-4729-BBC8-36E6DC888C02}" srcOrd="0" destOrd="0" presId="urn:microsoft.com/office/officeart/2005/8/layout/bProcess3"/>
    <dgm:cxn modelId="{F9426A2D-94B1-406F-B3F2-FE0BE98EA423}" type="presOf" srcId="{711EF31D-9355-4D2D-AA50-F8D32EA6FD48}" destId="{48EF03B4-73CF-4014-8DB3-07AC3757D97B}" srcOrd="1" destOrd="0" presId="urn:microsoft.com/office/officeart/2005/8/layout/bProcess3"/>
    <dgm:cxn modelId="{BC1A8637-BFD2-4102-A163-E789C19A18B5}" srcId="{3ECFF6F2-8402-4572-B459-29447CAE2396}" destId="{BBD7575E-9E25-4AD7-A611-8A8BB5E75E58}" srcOrd="3" destOrd="0" parTransId="{81742327-99D2-4E01-A14B-FF567929EC1D}" sibTransId="{711EF31D-9355-4D2D-AA50-F8D32EA6FD48}"/>
    <dgm:cxn modelId="{15CBF361-4781-48B7-B029-41E7FBAA915B}" srcId="{3ECFF6F2-8402-4572-B459-29447CAE2396}" destId="{99708E2F-678C-4A81-B002-DB68DEAFBF1D}" srcOrd="0" destOrd="0" parTransId="{7EA926D0-700E-407B-9DEE-CEA6A0DE487C}" sibTransId="{5821C054-D60E-4C05-9C6A-5CA260DD5D75}"/>
    <dgm:cxn modelId="{898EBC45-5E3D-4A4A-AF53-84C50DBD8213}" type="presOf" srcId="{E1C39F7E-A310-4EE3-B9C2-1301267EBC6F}" destId="{37F64B06-F994-47F4-9F29-E56A77225F03}" srcOrd="0" destOrd="0" presId="urn:microsoft.com/office/officeart/2005/8/layout/bProcess3"/>
    <dgm:cxn modelId="{38334C46-F21D-4DF9-99E9-1417C0E9C9B8}" type="presOf" srcId="{5072E1BA-4C56-4274-A480-810686009010}" destId="{5E7891E4-4A99-4F17-A0DB-10E2FBBC4499}" srcOrd="1" destOrd="0" presId="urn:microsoft.com/office/officeart/2005/8/layout/bProcess3"/>
    <dgm:cxn modelId="{9531FB49-8ABA-45D6-B9DE-4AE802DAAB75}" type="presOf" srcId="{5821C054-D60E-4C05-9C6A-5CA260DD5D75}" destId="{9F884FE7-F16E-412C-841B-C8D021F1D6E5}" srcOrd="0" destOrd="0" presId="urn:microsoft.com/office/officeart/2005/8/layout/bProcess3"/>
    <dgm:cxn modelId="{A425734B-8875-4FF7-B4F6-475CAE7D5EE0}" type="presOf" srcId="{E1A0A114-62B6-4C6A-958C-0BEEFB8ABD5B}" destId="{F1BFB32E-C169-4EBB-B9EA-008AF1403D74}" srcOrd="0" destOrd="0" presId="urn:microsoft.com/office/officeart/2005/8/layout/bProcess3"/>
    <dgm:cxn modelId="{1CDF5856-35D4-4397-B331-7DC983D733C6}" type="presOf" srcId="{E1C39F7E-A310-4EE3-B9C2-1301267EBC6F}" destId="{8689D729-A021-4D48-B9E2-0A87A8EFA282}" srcOrd="1" destOrd="0" presId="urn:microsoft.com/office/officeart/2005/8/layout/bProcess3"/>
    <dgm:cxn modelId="{789F9377-C3B9-4CF4-8609-7615CC80A784}" srcId="{3ECFF6F2-8402-4572-B459-29447CAE2396}" destId="{614A69B1-947D-478F-AD2E-DA606FF8E565}" srcOrd="2" destOrd="0" parTransId="{6665B655-6F89-473C-8606-CCAA1A2804F6}" sibTransId="{5072E1BA-4C56-4274-A480-810686009010}"/>
    <dgm:cxn modelId="{0C8DDA7B-7DB5-4093-8379-CA4808637A2B}" srcId="{3ECFF6F2-8402-4572-B459-29447CAE2396}" destId="{28CC0522-31EE-46FD-BFB5-7290B9BA6897}" srcOrd="5" destOrd="0" parTransId="{29184605-7E8E-4ED0-B8E2-10FFEF3C838C}" sibTransId="{22768D92-2917-4300-AB01-C7562B5E90D9}"/>
    <dgm:cxn modelId="{5BE51E89-C327-4EF3-91E5-F0CF96ACEC74}" type="presOf" srcId="{28CC0522-31EE-46FD-BFB5-7290B9BA6897}" destId="{E2B054C1-01E7-4EDA-BC87-DB64A4B31AFA}" srcOrd="0" destOrd="0" presId="urn:microsoft.com/office/officeart/2005/8/layout/bProcess3"/>
    <dgm:cxn modelId="{429BAB95-DA83-4C96-8474-B6A31FAD56BC}" type="presOf" srcId="{E1A0A114-62B6-4C6A-958C-0BEEFB8ABD5B}" destId="{9F99DD1C-138E-4F5C-B7A4-36361612E788}" srcOrd="1" destOrd="0" presId="urn:microsoft.com/office/officeart/2005/8/layout/bProcess3"/>
    <dgm:cxn modelId="{74036596-8AB1-41A1-8C3F-8B35D7D0CD7C}" type="presOf" srcId="{99708E2F-678C-4A81-B002-DB68DEAFBF1D}" destId="{68963D41-B1E7-4642-880A-1264481EAC72}" srcOrd="0" destOrd="0" presId="urn:microsoft.com/office/officeart/2005/8/layout/bProcess3"/>
    <dgm:cxn modelId="{F13D2C99-E1C6-4ADE-A862-9B7252EE9CD7}" type="presOf" srcId="{22768D92-2917-4300-AB01-C7562B5E90D9}" destId="{1A1C5640-4EE9-4488-89A5-0884BCFED6F7}" srcOrd="1" destOrd="0" presId="urn:microsoft.com/office/officeart/2005/8/layout/bProcess3"/>
    <dgm:cxn modelId="{095D48A6-95C6-4BAA-8D90-C0BF30896060}" srcId="{3ECFF6F2-8402-4572-B459-29447CAE2396}" destId="{0B6871B4-B6B7-43FB-BF8A-B180E23AB078}" srcOrd="1" destOrd="0" parTransId="{35245C79-C9BE-44BC-BA7C-37E3A77C42DC}" sibTransId="{E1A0A114-62B6-4C6A-958C-0BEEFB8ABD5B}"/>
    <dgm:cxn modelId="{AC0E4CAA-05AC-485F-82C3-D047E9F2BEB6}" type="presOf" srcId="{6D266F4E-9E83-4018-946D-79727B113A3D}" destId="{CDF70944-E6D1-47EC-B2EF-E8FA987120F8}" srcOrd="0" destOrd="0" presId="urn:microsoft.com/office/officeart/2005/8/layout/bProcess3"/>
    <dgm:cxn modelId="{3F76FDAA-26AA-4DB2-94EF-C67FB40066EE}" srcId="{3ECFF6F2-8402-4572-B459-29447CAE2396}" destId="{BA0DCB58-102E-443E-B1DC-EC01C22060B9}" srcOrd="4" destOrd="0" parTransId="{4456724F-0D70-4DD2-8CB0-D251098DF8B7}" sibTransId="{E1C39F7E-A310-4EE3-B9C2-1301267EBC6F}"/>
    <dgm:cxn modelId="{435CB6AD-C1F2-47DB-9BFA-BE85B63D184E}" type="presOf" srcId="{711EF31D-9355-4D2D-AA50-F8D32EA6FD48}" destId="{76ABD2D3-FA29-46F1-9289-461CF1B45209}" srcOrd="0" destOrd="0" presId="urn:microsoft.com/office/officeart/2005/8/layout/bProcess3"/>
    <dgm:cxn modelId="{5437AABC-FEAB-4E80-9B86-7CAE2E2A2A61}" type="presOf" srcId="{BBD7575E-9E25-4AD7-A611-8A8BB5E75E58}" destId="{9A9E02C1-B95E-4C01-9991-8AE5265395DE}" srcOrd="0" destOrd="0" presId="urn:microsoft.com/office/officeart/2005/8/layout/bProcess3"/>
    <dgm:cxn modelId="{C8BF2FC0-0C41-4DA3-89A0-663F7B96C5CA}" srcId="{3ECFF6F2-8402-4572-B459-29447CAE2396}" destId="{6D266F4E-9E83-4018-946D-79727B113A3D}" srcOrd="6" destOrd="0" parTransId="{6F998514-6C62-4E31-A3E4-7F98F857C016}" sibTransId="{5F533722-B8CE-4DEE-B0D1-6F1441A03174}"/>
    <dgm:cxn modelId="{C4A1F8C2-0CE4-4A2C-BEC0-DC7F38D28794}" type="presOf" srcId="{0B6871B4-B6B7-43FB-BF8A-B180E23AB078}" destId="{6AF0E44F-4067-4F07-93D8-2855ABD0C584}" srcOrd="0" destOrd="0" presId="urn:microsoft.com/office/officeart/2005/8/layout/bProcess3"/>
    <dgm:cxn modelId="{10A705CA-A287-4840-BCB3-57B3442D2E6E}" type="presOf" srcId="{22768D92-2917-4300-AB01-C7562B5E90D9}" destId="{D813D162-12D3-4457-82C1-C04E6B251A4E}" srcOrd="0" destOrd="0" presId="urn:microsoft.com/office/officeart/2005/8/layout/bProcess3"/>
    <dgm:cxn modelId="{9E9D47DD-BCA9-48FE-BB81-E99D2F4912FB}" type="presOf" srcId="{3ECFF6F2-8402-4572-B459-29447CAE2396}" destId="{9995B3F7-376F-4FA8-9293-CE77227E034A}" srcOrd="0" destOrd="0" presId="urn:microsoft.com/office/officeart/2005/8/layout/bProcess3"/>
    <dgm:cxn modelId="{709733DE-F2C7-49BF-9295-071D93D48E6D}" type="presOf" srcId="{5821C054-D60E-4C05-9C6A-5CA260DD5D75}" destId="{66479298-1C45-452B-A5D4-2214A5E15D48}" srcOrd="1" destOrd="0" presId="urn:microsoft.com/office/officeart/2005/8/layout/bProcess3"/>
    <dgm:cxn modelId="{B201B14E-B09C-4224-BF6F-2077C4BCB630}" type="presParOf" srcId="{9995B3F7-376F-4FA8-9293-CE77227E034A}" destId="{68963D41-B1E7-4642-880A-1264481EAC72}" srcOrd="0" destOrd="0" presId="urn:microsoft.com/office/officeart/2005/8/layout/bProcess3"/>
    <dgm:cxn modelId="{D0BFA961-3916-4797-863D-F6FFB4C175EA}" type="presParOf" srcId="{9995B3F7-376F-4FA8-9293-CE77227E034A}" destId="{9F884FE7-F16E-412C-841B-C8D021F1D6E5}" srcOrd="1" destOrd="0" presId="urn:microsoft.com/office/officeart/2005/8/layout/bProcess3"/>
    <dgm:cxn modelId="{149CC46D-4C13-4AE3-B4E5-404BEDDE992C}" type="presParOf" srcId="{9F884FE7-F16E-412C-841B-C8D021F1D6E5}" destId="{66479298-1C45-452B-A5D4-2214A5E15D48}" srcOrd="0" destOrd="0" presId="urn:microsoft.com/office/officeart/2005/8/layout/bProcess3"/>
    <dgm:cxn modelId="{112ADB72-0B36-4AB1-A6F3-3EFA3AABAF9F}" type="presParOf" srcId="{9995B3F7-376F-4FA8-9293-CE77227E034A}" destId="{6AF0E44F-4067-4F07-93D8-2855ABD0C584}" srcOrd="2" destOrd="0" presId="urn:microsoft.com/office/officeart/2005/8/layout/bProcess3"/>
    <dgm:cxn modelId="{7FF6D74A-DAF2-4AC9-BA2F-1C2033BFEF0A}" type="presParOf" srcId="{9995B3F7-376F-4FA8-9293-CE77227E034A}" destId="{F1BFB32E-C169-4EBB-B9EA-008AF1403D74}" srcOrd="3" destOrd="0" presId="urn:microsoft.com/office/officeart/2005/8/layout/bProcess3"/>
    <dgm:cxn modelId="{45DB3C92-A71A-4280-BE37-F40F02A6312E}" type="presParOf" srcId="{F1BFB32E-C169-4EBB-B9EA-008AF1403D74}" destId="{9F99DD1C-138E-4F5C-B7A4-36361612E788}" srcOrd="0" destOrd="0" presId="urn:microsoft.com/office/officeart/2005/8/layout/bProcess3"/>
    <dgm:cxn modelId="{5468300D-48CD-4318-B103-36E5A5FF6022}" type="presParOf" srcId="{9995B3F7-376F-4FA8-9293-CE77227E034A}" destId="{A58E465F-3870-451B-B23B-03D9302708C5}" srcOrd="4" destOrd="0" presId="urn:microsoft.com/office/officeart/2005/8/layout/bProcess3"/>
    <dgm:cxn modelId="{E46D48FF-A2D9-48E5-AB79-65A4456052FB}" type="presParOf" srcId="{9995B3F7-376F-4FA8-9293-CE77227E034A}" destId="{2296FC39-2DF0-4729-BBC8-36E6DC888C02}" srcOrd="5" destOrd="0" presId="urn:microsoft.com/office/officeart/2005/8/layout/bProcess3"/>
    <dgm:cxn modelId="{F968AD2D-C577-4E9C-AA53-7ED58CB4CA0A}" type="presParOf" srcId="{2296FC39-2DF0-4729-BBC8-36E6DC888C02}" destId="{5E7891E4-4A99-4F17-A0DB-10E2FBBC4499}" srcOrd="0" destOrd="0" presId="urn:microsoft.com/office/officeart/2005/8/layout/bProcess3"/>
    <dgm:cxn modelId="{F6724A6A-873E-4BB8-8928-087D0B375DB1}" type="presParOf" srcId="{9995B3F7-376F-4FA8-9293-CE77227E034A}" destId="{9A9E02C1-B95E-4C01-9991-8AE5265395DE}" srcOrd="6" destOrd="0" presId="urn:microsoft.com/office/officeart/2005/8/layout/bProcess3"/>
    <dgm:cxn modelId="{73CAAC0C-8AFF-498A-8B5B-3BE14D99ED47}" type="presParOf" srcId="{9995B3F7-376F-4FA8-9293-CE77227E034A}" destId="{76ABD2D3-FA29-46F1-9289-461CF1B45209}" srcOrd="7" destOrd="0" presId="urn:microsoft.com/office/officeart/2005/8/layout/bProcess3"/>
    <dgm:cxn modelId="{5F2BB3FE-A125-41CD-BAAB-CD0F957D329D}" type="presParOf" srcId="{76ABD2D3-FA29-46F1-9289-461CF1B45209}" destId="{48EF03B4-73CF-4014-8DB3-07AC3757D97B}" srcOrd="0" destOrd="0" presId="urn:microsoft.com/office/officeart/2005/8/layout/bProcess3"/>
    <dgm:cxn modelId="{6EDE813E-265A-4058-98AA-155D62B77CB4}" type="presParOf" srcId="{9995B3F7-376F-4FA8-9293-CE77227E034A}" destId="{65EA2154-1CE3-49CB-AE85-31A4105804DE}" srcOrd="8" destOrd="0" presId="urn:microsoft.com/office/officeart/2005/8/layout/bProcess3"/>
    <dgm:cxn modelId="{37A7C4F8-C776-4CC8-8000-EEC21F5FBAC4}" type="presParOf" srcId="{9995B3F7-376F-4FA8-9293-CE77227E034A}" destId="{37F64B06-F994-47F4-9F29-E56A77225F03}" srcOrd="9" destOrd="0" presId="urn:microsoft.com/office/officeart/2005/8/layout/bProcess3"/>
    <dgm:cxn modelId="{90998FF9-8C5D-4B71-B871-59B1EF9DBE38}" type="presParOf" srcId="{37F64B06-F994-47F4-9F29-E56A77225F03}" destId="{8689D729-A021-4D48-B9E2-0A87A8EFA282}" srcOrd="0" destOrd="0" presId="urn:microsoft.com/office/officeart/2005/8/layout/bProcess3"/>
    <dgm:cxn modelId="{8A1C7573-235C-4338-A6D4-9D51634DD8BA}" type="presParOf" srcId="{9995B3F7-376F-4FA8-9293-CE77227E034A}" destId="{E2B054C1-01E7-4EDA-BC87-DB64A4B31AFA}" srcOrd="10" destOrd="0" presId="urn:microsoft.com/office/officeart/2005/8/layout/bProcess3"/>
    <dgm:cxn modelId="{4DB99B14-EB14-4A7B-93CA-8E47CF3CC811}" type="presParOf" srcId="{9995B3F7-376F-4FA8-9293-CE77227E034A}" destId="{D813D162-12D3-4457-82C1-C04E6B251A4E}" srcOrd="11" destOrd="0" presId="urn:microsoft.com/office/officeart/2005/8/layout/bProcess3"/>
    <dgm:cxn modelId="{8A53AFFB-5460-41E3-9FD0-29D8CA083A6F}" type="presParOf" srcId="{D813D162-12D3-4457-82C1-C04E6B251A4E}" destId="{1A1C5640-4EE9-4488-89A5-0884BCFED6F7}" srcOrd="0" destOrd="0" presId="urn:microsoft.com/office/officeart/2005/8/layout/bProcess3"/>
    <dgm:cxn modelId="{B15FA460-4613-45B2-B543-279034EA8275}" type="presParOf" srcId="{9995B3F7-376F-4FA8-9293-CE77227E034A}" destId="{CDF70944-E6D1-47EC-B2EF-E8FA987120F8}" srcOrd="12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0F3AFBE-2F77-4457-8150-166947782B59}" type="doc">
      <dgm:prSet loTypeId="urn:microsoft.com/office/officeart/2005/8/layout/bProcess3" loCatId="process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en-GB"/>
        </a:p>
      </dgm:t>
    </dgm:pt>
    <dgm:pt modelId="{86D8C714-B517-4CAA-95BA-752744C3DEEF}">
      <dgm:prSet/>
      <dgm:spPr>
        <a:ln>
          <a:solidFill>
            <a:schemeClr val="accent2">
              <a:lumMod val="50000"/>
            </a:schemeClr>
          </a:solidFill>
        </a:ln>
      </dgm:spPr>
      <dgm:t>
        <a:bodyPr/>
        <a:lstStyle/>
        <a:p>
          <a:r>
            <a:rPr lang="en-US"/>
            <a:t>Combines path cost with straight-line heuristic (Haversine)</a:t>
          </a:r>
          <a:endParaRPr lang="de-AT"/>
        </a:p>
      </dgm:t>
    </dgm:pt>
    <dgm:pt modelId="{53BB4AA5-F050-411B-A61D-4DC3F9488DD5}" type="parTrans" cxnId="{870A14B7-CC9A-4E78-A427-C8F63421E1E7}">
      <dgm:prSet/>
      <dgm:spPr/>
      <dgm:t>
        <a:bodyPr/>
        <a:lstStyle/>
        <a:p>
          <a:endParaRPr lang="en-GB"/>
        </a:p>
      </dgm:t>
    </dgm:pt>
    <dgm:pt modelId="{F23782DD-4279-4FE8-BAE5-49704397C7D8}" type="sibTrans" cxnId="{870A14B7-CC9A-4E78-A427-C8F63421E1E7}">
      <dgm:prSet/>
      <dgm:spPr>
        <a:ln>
          <a:solidFill>
            <a:schemeClr val="accent2">
              <a:lumMod val="50000"/>
            </a:schemeClr>
          </a:solidFill>
        </a:ln>
      </dgm:spPr>
      <dgm:t>
        <a:bodyPr/>
        <a:lstStyle/>
        <a:p>
          <a:endParaRPr lang="en-GB"/>
        </a:p>
      </dgm:t>
    </dgm:pt>
    <dgm:pt modelId="{C15A2415-2FCA-45E5-8CB3-486789DB50E1}">
      <dgm:prSet/>
      <dgm:spPr>
        <a:ln>
          <a:solidFill>
            <a:schemeClr val="accent2">
              <a:lumMod val="50000"/>
            </a:schemeClr>
          </a:solidFill>
        </a:ln>
      </dgm:spPr>
      <dgm:t>
        <a:bodyPr/>
        <a:lstStyle/>
        <a:p>
          <a:r>
            <a:rPr lang="en-US"/>
            <a:t>f = actual cost (l_j) + heuristic (h_j)</a:t>
          </a:r>
          <a:endParaRPr lang="de-AT"/>
        </a:p>
      </dgm:t>
    </dgm:pt>
    <dgm:pt modelId="{B8E47EC6-BA75-4D2B-B019-C0C324BD9960}" type="parTrans" cxnId="{CFA13E69-217D-4F40-9A87-04CC60E6C68C}">
      <dgm:prSet/>
      <dgm:spPr/>
      <dgm:t>
        <a:bodyPr/>
        <a:lstStyle/>
        <a:p>
          <a:endParaRPr lang="en-GB"/>
        </a:p>
      </dgm:t>
    </dgm:pt>
    <dgm:pt modelId="{DD56CBCB-296D-4A4F-A1EA-52292F92E33C}" type="sibTrans" cxnId="{CFA13E69-217D-4F40-9A87-04CC60E6C68C}">
      <dgm:prSet/>
      <dgm:spPr>
        <a:ln>
          <a:solidFill>
            <a:schemeClr val="accent2">
              <a:lumMod val="50000"/>
            </a:schemeClr>
          </a:solidFill>
        </a:ln>
      </dgm:spPr>
      <dgm:t>
        <a:bodyPr/>
        <a:lstStyle/>
        <a:p>
          <a:endParaRPr lang="en-GB"/>
        </a:p>
      </dgm:t>
    </dgm:pt>
    <dgm:pt modelId="{4FFCCAA0-4C8A-403C-BB41-B0B9DB6C9237}">
      <dgm:prSet/>
      <dgm:spPr>
        <a:ln>
          <a:solidFill>
            <a:schemeClr val="accent2">
              <a:lumMod val="50000"/>
            </a:schemeClr>
          </a:solidFill>
        </a:ln>
      </dgm:spPr>
      <dgm:t>
        <a:bodyPr/>
        <a:lstStyle/>
        <a:p>
          <a:r>
            <a:rPr lang="en-US"/>
            <a:t>Maintains sets: T (temporary), P (permanent)</a:t>
          </a:r>
          <a:endParaRPr lang="de-AT"/>
        </a:p>
      </dgm:t>
    </dgm:pt>
    <dgm:pt modelId="{023E22F0-B191-45DA-BD7F-22DCB277590E}" type="parTrans" cxnId="{A9324675-AB26-4995-9FE9-E276214C1D91}">
      <dgm:prSet/>
      <dgm:spPr/>
      <dgm:t>
        <a:bodyPr/>
        <a:lstStyle/>
        <a:p>
          <a:endParaRPr lang="en-GB"/>
        </a:p>
      </dgm:t>
    </dgm:pt>
    <dgm:pt modelId="{9F3CF039-7C1F-4D3F-9E79-87DB4EBDD804}" type="sibTrans" cxnId="{A9324675-AB26-4995-9FE9-E276214C1D91}">
      <dgm:prSet/>
      <dgm:spPr>
        <a:ln>
          <a:solidFill>
            <a:schemeClr val="accent2">
              <a:lumMod val="50000"/>
            </a:schemeClr>
          </a:solidFill>
        </a:ln>
      </dgm:spPr>
      <dgm:t>
        <a:bodyPr/>
        <a:lstStyle/>
        <a:p>
          <a:endParaRPr lang="en-GB"/>
        </a:p>
      </dgm:t>
    </dgm:pt>
    <dgm:pt modelId="{AD0C2307-213D-4652-B01B-9DBBFD0F8F22}">
      <dgm:prSet/>
      <dgm:spPr>
        <a:ln>
          <a:solidFill>
            <a:schemeClr val="accent2">
              <a:lumMod val="50000"/>
            </a:schemeClr>
          </a:solidFill>
        </a:ln>
      </dgm:spPr>
      <dgm:t>
        <a:bodyPr/>
        <a:lstStyle/>
        <a:p>
          <a:r>
            <a:rPr lang="en-US"/>
            <a:t>Always expand node with smallest f_j</a:t>
          </a:r>
          <a:endParaRPr lang="de-AT"/>
        </a:p>
      </dgm:t>
    </dgm:pt>
    <dgm:pt modelId="{D097F5DF-44E2-485E-9D7B-3937A86376D9}" type="parTrans" cxnId="{022260FE-D8A9-49F9-A269-90696C2A1EE4}">
      <dgm:prSet/>
      <dgm:spPr/>
      <dgm:t>
        <a:bodyPr/>
        <a:lstStyle/>
        <a:p>
          <a:endParaRPr lang="en-GB"/>
        </a:p>
      </dgm:t>
    </dgm:pt>
    <dgm:pt modelId="{C315FA29-3235-44F5-9EA7-A177EAA38DE2}" type="sibTrans" cxnId="{022260FE-D8A9-49F9-A269-90696C2A1EE4}">
      <dgm:prSet/>
      <dgm:spPr>
        <a:ln>
          <a:solidFill>
            <a:schemeClr val="accent2">
              <a:lumMod val="50000"/>
            </a:schemeClr>
          </a:solidFill>
        </a:ln>
      </dgm:spPr>
      <dgm:t>
        <a:bodyPr/>
        <a:lstStyle/>
        <a:p>
          <a:endParaRPr lang="en-GB"/>
        </a:p>
      </dgm:t>
    </dgm:pt>
    <dgm:pt modelId="{9B8D6BD0-FB5B-4892-8977-6B1D83011BBC}">
      <dgm:prSet/>
      <dgm:spPr>
        <a:ln>
          <a:solidFill>
            <a:schemeClr val="accent2">
              <a:lumMod val="50000"/>
            </a:schemeClr>
          </a:solidFill>
        </a:ln>
      </dgm:spPr>
      <dgm:t>
        <a:bodyPr/>
        <a:lstStyle/>
        <a:p>
          <a:r>
            <a:rPr lang="en-US"/>
            <a:t>Updates neighbor costs and predecessors</a:t>
          </a:r>
          <a:endParaRPr lang="de-AT"/>
        </a:p>
      </dgm:t>
    </dgm:pt>
    <dgm:pt modelId="{8FC7D799-EADE-4655-9DF2-0124EFE29660}" type="parTrans" cxnId="{368D1D4D-073D-4BA6-B72C-0BEAB759A6A8}">
      <dgm:prSet/>
      <dgm:spPr/>
      <dgm:t>
        <a:bodyPr/>
        <a:lstStyle/>
        <a:p>
          <a:endParaRPr lang="en-GB"/>
        </a:p>
      </dgm:t>
    </dgm:pt>
    <dgm:pt modelId="{B7394EDB-22D7-4E07-9A47-BD13FF686515}" type="sibTrans" cxnId="{368D1D4D-073D-4BA6-B72C-0BEAB759A6A8}">
      <dgm:prSet/>
      <dgm:spPr/>
      <dgm:t>
        <a:bodyPr/>
        <a:lstStyle/>
        <a:p>
          <a:endParaRPr lang="en-GB"/>
        </a:p>
      </dgm:t>
    </dgm:pt>
    <dgm:pt modelId="{5715523C-F674-4731-8E47-CF38F07EAA35}">
      <dgm:prSet/>
      <dgm:spPr>
        <a:ln>
          <a:solidFill>
            <a:schemeClr val="accent2">
              <a:lumMod val="50000"/>
            </a:schemeClr>
          </a:solidFill>
        </a:ln>
      </dgm:spPr>
      <dgm:t>
        <a:bodyPr/>
        <a:lstStyle/>
        <a:p>
          <a:r>
            <a:rPr lang="en-US"/>
            <a:t>Stops when goal (destination) reached</a:t>
          </a:r>
          <a:endParaRPr lang="de-AT"/>
        </a:p>
      </dgm:t>
    </dgm:pt>
    <dgm:pt modelId="{BDCA2432-5B5F-45BD-97C0-B468AE46BC14}" type="parTrans" cxnId="{39AE536A-49EA-4282-AB4E-B66DBFDA806C}">
      <dgm:prSet/>
      <dgm:spPr/>
      <dgm:t>
        <a:bodyPr/>
        <a:lstStyle/>
        <a:p>
          <a:endParaRPr lang="en-GB"/>
        </a:p>
      </dgm:t>
    </dgm:pt>
    <dgm:pt modelId="{26079A31-A903-4715-9C92-C7C9F6DC2714}" type="sibTrans" cxnId="{39AE536A-49EA-4282-AB4E-B66DBFDA806C}">
      <dgm:prSet/>
      <dgm:spPr>
        <a:ln>
          <a:solidFill>
            <a:schemeClr val="accent2">
              <a:lumMod val="50000"/>
            </a:schemeClr>
          </a:solidFill>
        </a:ln>
      </dgm:spPr>
      <dgm:t>
        <a:bodyPr/>
        <a:lstStyle/>
        <a:p>
          <a:endParaRPr lang="en-GB"/>
        </a:p>
      </dgm:t>
    </dgm:pt>
    <dgm:pt modelId="{56AF83F0-2F0D-48B4-BC7B-9C679FC5F0A7}">
      <dgm:prSet/>
      <dgm:spPr>
        <a:ln>
          <a:solidFill>
            <a:schemeClr val="accent2">
              <a:lumMod val="50000"/>
            </a:schemeClr>
          </a:solidFill>
        </a:ln>
      </dgm:spPr>
      <dgm:t>
        <a:bodyPr/>
        <a:lstStyle/>
        <a:p>
          <a:r>
            <a:rPr lang="en-US"/>
            <a:t>Returns shortest path, cost, visited nodes set</a:t>
          </a:r>
          <a:endParaRPr lang="de-AT"/>
        </a:p>
      </dgm:t>
    </dgm:pt>
    <dgm:pt modelId="{3C404105-EF4D-4AAF-AEE4-6D71C6DDDE2E}" type="parTrans" cxnId="{8E6132A3-14D4-4CFD-9E2D-273CC1AC6017}">
      <dgm:prSet/>
      <dgm:spPr/>
      <dgm:t>
        <a:bodyPr/>
        <a:lstStyle/>
        <a:p>
          <a:endParaRPr lang="en-GB"/>
        </a:p>
      </dgm:t>
    </dgm:pt>
    <dgm:pt modelId="{78A9BEEE-EF39-4E8F-B931-361A1C2258BE}" type="sibTrans" cxnId="{8E6132A3-14D4-4CFD-9E2D-273CC1AC6017}">
      <dgm:prSet/>
      <dgm:spPr>
        <a:ln>
          <a:solidFill>
            <a:schemeClr val="accent2">
              <a:lumMod val="50000"/>
            </a:schemeClr>
          </a:solidFill>
        </a:ln>
      </dgm:spPr>
      <dgm:t>
        <a:bodyPr/>
        <a:lstStyle/>
        <a:p>
          <a:endParaRPr lang="en-GB"/>
        </a:p>
      </dgm:t>
    </dgm:pt>
    <dgm:pt modelId="{1E706673-F251-4C55-BA10-C0F0FF62D911}">
      <dgm:prSet/>
      <dgm:spPr>
        <a:ln>
          <a:solidFill>
            <a:schemeClr val="accent2">
              <a:lumMod val="50000"/>
            </a:schemeClr>
          </a:solidFill>
        </a:ln>
      </dgm:spPr>
      <dgm:t>
        <a:bodyPr/>
        <a:lstStyle/>
        <a:p>
          <a:r>
            <a:rPr lang="en-US"/>
            <a:t>More directed, fewer expanded nodes</a:t>
          </a:r>
          <a:endParaRPr lang="de-AT"/>
        </a:p>
      </dgm:t>
    </dgm:pt>
    <dgm:pt modelId="{CF2CC977-EE1F-4706-BDA7-CF82740E17EC}" type="parTrans" cxnId="{B8DD7E98-CFBD-4AB3-8680-B4B159A32A5C}">
      <dgm:prSet/>
      <dgm:spPr/>
      <dgm:t>
        <a:bodyPr/>
        <a:lstStyle/>
        <a:p>
          <a:endParaRPr lang="en-GB"/>
        </a:p>
      </dgm:t>
    </dgm:pt>
    <dgm:pt modelId="{4F52A8A9-4246-45D8-AF64-92986517B48E}" type="sibTrans" cxnId="{B8DD7E98-CFBD-4AB3-8680-B4B159A32A5C}">
      <dgm:prSet/>
      <dgm:spPr/>
      <dgm:t>
        <a:bodyPr/>
        <a:lstStyle/>
        <a:p>
          <a:endParaRPr lang="en-GB"/>
        </a:p>
      </dgm:t>
    </dgm:pt>
    <dgm:pt modelId="{93170033-0A6A-46D9-841F-EE06BF7EB2D0}" type="pres">
      <dgm:prSet presAssocID="{70F3AFBE-2F77-4457-8150-166947782B59}" presName="Name0" presStyleCnt="0">
        <dgm:presLayoutVars>
          <dgm:dir/>
          <dgm:resizeHandles val="exact"/>
        </dgm:presLayoutVars>
      </dgm:prSet>
      <dgm:spPr/>
    </dgm:pt>
    <dgm:pt modelId="{A74B22FC-9752-4F35-8498-6559B833DB68}" type="pres">
      <dgm:prSet presAssocID="{86D8C714-B517-4CAA-95BA-752744C3DEEF}" presName="node" presStyleLbl="node1" presStyleIdx="0" presStyleCnt="8">
        <dgm:presLayoutVars>
          <dgm:bulletEnabled val="1"/>
        </dgm:presLayoutVars>
      </dgm:prSet>
      <dgm:spPr/>
    </dgm:pt>
    <dgm:pt modelId="{A950D9A7-D5DD-4DC1-814A-12BA9E812CAB}" type="pres">
      <dgm:prSet presAssocID="{F23782DD-4279-4FE8-BAE5-49704397C7D8}" presName="sibTrans" presStyleLbl="sibTrans1D1" presStyleIdx="0" presStyleCnt="7"/>
      <dgm:spPr/>
    </dgm:pt>
    <dgm:pt modelId="{875EFC63-D641-4BE3-82D0-DF79B8D6467A}" type="pres">
      <dgm:prSet presAssocID="{F23782DD-4279-4FE8-BAE5-49704397C7D8}" presName="connectorText" presStyleLbl="sibTrans1D1" presStyleIdx="0" presStyleCnt="7"/>
      <dgm:spPr/>
    </dgm:pt>
    <dgm:pt modelId="{BA1FDF90-0D5E-4449-A3EA-C243BFCA6434}" type="pres">
      <dgm:prSet presAssocID="{C15A2415-2FCA-45E5-8CB3-486789DB50E1}" presName="node" presStyleLbl="node1" presStyleIdx="1" presStyleCnt="8">
        <dgm:presLayoutVars>
          <dgm:bulletEnabled val="1"/>
        </dgm:presLayoutVars>
      </dgm:prSet>
      <dgm:spPr/>
    </dgm:pt>
    <dgm:pt modelId="{D7021E28-746C-4D2E-8176-41904E81B5D9}" type="pres">
      <dgm:prSet presAssocID="{DD56CBCB-296D-4A4F-A1EA-52292F92E33C}" presName="sibTrans" presStyleLbl="sibTrans1D1" presStyleIdx="1" presStyleCnt="7"/>
      <dgm:spPr/>
    </dgm:pt>
    <dgm:pt modelId="{82EFE1BF-3E25-4907-9CEF-537EFF5831D6}" type="pres">
      <dgm:prSet presAssocID="{DD56CBCB-296D-4A4F-A1EA-52292F92E33C}" presName="connectorText" presStyleLbl="sibTrans1D1" presStyleIdx="1" presStyleCnt="7"/>
      <dgm:spPr/>
    </dgm:pt>
    <dgm:pt modelId="{99AD33E5-23BC-4336-9862-946FBA7398A3}" type="pres">
      <dgm:prSet presAssocID="{4FFCCAA0-4C8A-403C-BB41-B0B9DB6C9237}" presName="node" presStyleLbl="node1" presStyleIdx="2" presStyleCnt="8">
        <dgm:presLayoutVars>
          <dgm:bulletEnabled val="1"/>
        </dgm:presLayoutVars>
      </dgm:prSet>
      <dgm:spPr/>
    </dgm:pt>
    <dgm:pt modelId="{FB01E9E9-AEAD-4F4D-B4EA-1684065B3C26}" type="pres">
      <dgm:prSet presAssocID="{9F3CF039-7C1F-4D3F-9E79-87DB4EBDD804}" presName="sibTrans" presStyleLbl="sibTrans1D1" presStyleIdx="2" presStyleCnt="7"/>
      <dgm:spPr/>
    </dgm:pt>
    <dgm:pt modelId="{D9FA0CD6-CE3B-447F-B325-55AE4C2C932B}" type="pres">
      <dgm:prSet presAssocID="{9F3CF039-7C1F-4D3F-9E79-87DB4EBDD804}" presName="connectorText" presStyleLbl="sibTrans1D1" presStyleIdx="2" presStyleCnt="7"/>
      <dgm:spPr/>
    </dgm:pt>
    <dgm:pt modelId="{306DCFF7-5E99-45B6-8035-3C23C2AD67EA}" type="pres">
      <dgm:prSet presAssocID="{AD0C2307-213D-4652-B01B-9DBBFD0F8F22}" presName="node" presStyleLbl="node1" presStyleIdx="3" presStyleCnt="8">
        <dgm:presLayoutVars>
          <dgm:bulletEnabled val="1"/>
        </dgm:presLayoutVars>
      </dgm:prSet>
      <dgm:spPr/>
    </dgm:pt>
    <dgm:pt modelId="{AB0DCC2D-91CC-4BE2-8CB1-40F48AE077E6}" type="pres">
      <dgm:prSet presAssocID="{C315FA29-3235-44F5-9EA7-A177EAA38DE2}" presName="sibTrans" presStyleLbl="sibTrans1D1" presStyleIdx="3" presStyleCnt="7"/>
      <dgm:spPr/>
    </dgm:pt>
    <dgm:pt modelId="{99A81A64-0347-4150-AC4C-34E7A96235A0}" type="pres">
      <dgm:prSet presAssocID="{C315FA29-3235-44F5-9EA7-A177EAA38DE2}" presName="connectorText" presStyleLbl="sibTrans1D1" presStyleIdx="3" presStyleCnt="7"/>
      <dgm:spPr/>
    </dgm:pt>
    <dgm:pt modelId="{F29E41F5-8A5A-45CC-8B04-B628C09CE477}" type="pres">
      <dgm:prSet presAssocID="{9B8D6BD0-FB5B-4892-8977-6B1D83011BBC}" presName="node" presStyleLbl="node1" presStyleIdx="4" presStyleCnt="8">
        <dgm:presLayoutVars>
          <dgm:bulletEnabled val="1"/>
        </dgm:presLayoutVars>
      </dgm:prSet>
      <dgm:spPr/>
    </dgm:pt>
    <dgm:pt modelId="{0DD4C97B-BCA0-4A98-84CD-73A056ECBA8B}" type="pres">
      <dgm:prSet presAssocID="{B7394EDB-22D7-4E07-9A47-BD13FF686515}" presName="sibTrans" presStyleLbl="sibTrans1D1" presStyleIdx="4" presStyleCnt="7"/>
      <dgm:spPr/>
    </dgm:pt>
    <dgm:pt modelId="{5D20C93F-AE1A-474B-9A5E-357766EF2C94}" type="pres">
      <dgm:prSet presAssocID="{B7394EDB-22D7-4E07-9A47-BD13FF686515}" presName="connectorText" presStyleLbl="sibTrans1D1" presStyleIdx="4" presStyleCnt="7"/>
      <dgm:spPr/>
    </dgm:pt>
    <dgm:pt modelId="{73C1B736-9649-4A85-AE2D-34A53FF9D3B0}" type="pres">
      <dgm:prSet presAssocID="{5715523C-F674-4731-8E47-CF38F07EAA35}" presName="node" presStyleLbl="node1" presStyleIdx="5" presStyleCnt="8">
        <dgm:presLayoutVars>
          <dgm:bulletEnabled val="1"/>
        </dgm:presLayoutVars>
      </dgm:prSet>
      <dgm:spPr/>
    </dgm:pt>
    <dgm:pt modelId="{838C8B31-77C3-41CA-BD42-566B5099B118}" type="pres">
      <dgm:prSet presAssocID="{26079A31-A903-4715-9C92-C7C9F6DC2714}" presName="sibTrans" presStyleLbl="sibTrans1D1" presStyleIdx="5" presStyleCnt="7"/>
      <dgm:spPr/>
    </dgm:pt>
    <dgm:pt modelId="{FDD8AB00-A5ED-4743-9D4B-5769996D31A4}" type="pres">
      <dgm:prSet presAssocID="{26079A31-A903-4715-9C92-C7C9F6DC2714}" presName="connectorText" presStyleLbl="sibTrans1D1" presStyleIdx="5" presStyleCnt="7"/>
      <dgm:spPr/>
    </dgm:pt>
    <dgm:pt modelId="{F3163452-3716-4144-A8FB-71A79D3660A3}" type="pres">
      <dgm:prSet presAssocID="{56AF83F0-2F0D-48B4-BC7B-9C679FC5F0A7}" presName="node" presStyleLbl="node1" presStyleIdx="6" presStyleCnt="8">
        <dgm:presLayoutVars>
          <dgm:bulletEnabled val="1"/>
        </dgm:presLayoutVars>
      </dgm:prSet>
      <dgm:spPr/>
    </dgm:pt>
    <dgm:pt modelId="{9D1D45DE-EF26-46C3-B573-72945688530E}" type="pres">
      <dgm:prSet presAssocID="{78A9BEEE-EF39-4E8F-B931-361A1C2258BE}" presName="sibTrans" presStyleLbl="sibTrans1D1" presStyleIdx="6" presStyleCnt="7"/>
      <dgm:spPr/>
    </dgm:pt>
    <dgm:pt modelId="{426E70C4-56E9-4B8F-AC19-9F4A81F32D28}" type="pres">
      <dgm:prSet presAssocID="{78A9BEEE-EF39-4E8F-B931-361A1C2258BE}" presName="connectorText" presStyleLbl="sibTrans1D1" presStyleIdx="6" presStyleCnt="7"/>
      <dgm:spPr/>
    </dgm:pt>
    <dgm:pt modelId="{2A206993-5651-4243-BBC3-F3B5854CA88D}" type="pres">
      <dgm:prSet presAssocID="{1E706673-F251-4C55-BA10-C0F0FF62D911}" presName="node" presStyleLbl="node1" presStyleIdx="7" presStyleCnt="8">
        <dgm:presLayoutVars>
          <dgm:bulletEnabled val="1"/>
        </dgm:presLayoutVars>
      </dgm:prSet>
      <dgm:spPr/>
    </dgm:pt>
  </dgm:ptLst>
  <dgm:cxnLst>
    <dgm:cxn modelId="{D7DA7C03-E7DB-4F6E-BE61-1075602C9DB9}" type="presOf" srcId="{9B8D6BD0-FB5B-4892-8977-6B1D83011BBC}" destId="{F29E41F5-8A5A-45CC-8B04-B628C09CE477}" srcOrd="0" destOrd="0" presId="urn:microsoft.com/office/officeart/2005/8/layout/bProcess3"/>
    <dgm:cxn modelId="{7E68E110-1D0E-4AAB-BFE7-1FFD66BE3A8A}" type="presOf" srcId="{DD56CBCB-296D-4A4F-A1EA-52292F92E33C}" destId="{82EFE1BF-3E25-4907-9CEF-537EFF5831D6}" srcOrd="1" destOrd="0" presId="urn:microsoft.com/office/officeart/2005/8/layout/bProcess3"/>
    <dgm:cxn modelId="{C5522820-B631-4FEE-9ECB-E352626452C7}" type="presOf" srcId="{1E706673-F251-4C55-BA10-C0F0FF62D911}" destId="{2A206993-5651-4243-BBC3-F3B5854CA88D}" srcOrd="0" destOrd="0" presId="urn:microsoft.com/office/officeart/2005/8/layout/bProcess3"/>
    <dgm:cxn modelId="{B5597D20-853E-4D8B-A2E5-81730DA0FD89}" type="presOf" srcId="{B7394EDB-22D7-4E07-9A47-BD13FF686515}" destId="{5D20C93F-AE1A-474B-9A5E-357766EF2C94}" srcOrd="1" destOrd="0" presId="urn:microsoft.com/office/officeart/2005/8/layout/bProcess3"/>
    <dgm:cxn modelId="{82AC5232-61D1-4867-920F-A1E86B893C2E}" type="presOf" srcId="{56AF83F0-2F0D-48B4-BC7B-9C679FC5F0A7}" destId="{F3163452-3716-4144-A8FB-71A79D3660A3}" srcOrd="0" destOrd="0" presId="urn:microsoft.com/office/officeart/2005/8/layout/bProcess3"/>
    <dgm:cxn modelId="{89F4A13A-9D23-439D-A517-6FDEF93A6770}" type="presOf" srcId="{F23782DD-4279-4FE8-BAE5-49704397C7D8}" destId="{A950D9A7-D5DD-4DC1-814A-12BA9E812CAB}" srcOrd="0" destOrd="0" presId="urn:microsoft.com/office/officeart/2005/8/layout/bProcess3"/>
    <dgm:cxn modelId="{29741F3E-9926-4997-B852-8BC86C78EC31}" type="presOf" srcId="{C15A2415-2FCA-45E5-8CB3-486789DB50E1}" destId="{BA1FDF90-0D5E-4449-A3EA-C243BFCA6434}" srcOrd="0" destOrd="0" presId="urn:microsoft.com/office/officeart/2005/8/layout/bProcess3"/>
    <dgm:cxn modelId="{CFA13E69-217D-4F40-9A87-04CC60E6C68C}" srcId="{70F3AFBE-2F77-4457-8150-166947782B59}" destId="{C15A2415-2FCA-45E5-8CB3-486789DB50E1}" srcOrd="1" destOrd="0" parTransId="{B8E47EC6-BA75-4D2B-B019-C0C324BD9960}" sibTransId="{DD56CBCB-296D-4A4F-A1EA-52292F92E33C}"/>
    <dgm:cxn modelId="{39AE536A-49EA-4282-AB4E-B66DBFDA806C}" srcId="{70F3AFBE-2F77-4457-8150-166947782B59}" destId="{5715523C-F674-4731-8E47-CF38F07EAA35}" srcOrd="5" destOrd="0" parTransId="{BDCA2432-5B5F-45BD-97C0-B468AE46BC14}" sibTransId="{26079A31-A903-4715-9C92-C7C9F6DC2714}"/>
    <dgm:cxn modelId="{9245836C-D13B-4FBC-A76B-25B93BA21B1D}" type="presOf" srcId="{78A9BEEE-EF39-4E8F-B931-361A1C2258BE}" destId="{426E70C4-56E9-4B8F-AC19-9F4A81F32D28}" srcOrd="1" destOrd="0" presId="urn:microsoft.com/office/officeart/2005/8/layout/bProcess3"/>
    <dgm:cxn modelId="{368D1D4D-073D-4BA6-B72C-0BEAB759A6A8}" srcId="{70F3AFBE-2F77-4457-8150-166947782B59}" destId="{9B8D6BD0-FB5B-4892-8977-6B1D83011BBC}" srcOrd="4" destOrd="0" parTransId="{8FC7D799-EADE-4655-9DF2-0124EFE29660}" sibTransId="{B7394EDB-22D7-4E07-9A47-BD13FF686515}"/>
    <dgm:cxn modelId="{1464D570-EA7B-4234-99BC-7906C4171D5C}" type="presOf" srcId="{AD0C2307-213D-4652-B01B-9DBBFD0F8F22}" destId="{306DCFF7-5E99-45B6-8035-3C23C2AD67EA}" srcOrd="0" destOrd="0" presId="urn:microsoft.com/office/officeart/2005/8/layout/bProcess3"/>
    <dgm:cxn modelId="{FA9ACD53-60AE-4CD6-B768-AAC57A46FA18}" type="presOf" srcId="{C315FA29-3235-44F5-9EA7-A177EAA38DE2}" destId="{AB0DCC2D-91CC-4BE2-8CB1-40F48AE077E6}" srcOrd="0" destOrd="0" presId="urn:microsoft.com/office/officeart/2005/8/layout/bProcess3"/>
    <dgm:cxn modelId="{A9324675-AB26-4995-9FE9-E276214C1D91}" srcId="{70F3AFBE-2F77-4457-8150-166947782B59}" destId="{4FFCCAA0-4C8A-403C-BB41-B0B9DB6C9237}" srcOrd="2" destOrd="0" parTransId="{023E22F0-B191-45DA-BD7F-22DCB277590E}" sibTransId="{9F3CF039-7C1F-4D3F-9E79-87DB4EBDD804}"/>
    <dgm:cxn modelId="{AD693083-561F-4148-B3FB-A0FF52D93AE0}" type="presOf" srcId="{26079A31-A903-4715-9C92-C7C9F6DC2714}" destId="{838C8B31-77C3-41CA-BD42-566B5099B118}" srcOrd="0" destOrd="0" presId="urn:microsoft.com/office/officeart/2005/8/layout/bProcess3"/>
    <dgm:cxn modelId="{E9E3E195-792F-4734-BCC1-C9234DB1B271}" type="presOf" srcId="{4FFCCAA0-4C8A-403C-BB41-B0B9DB6C9237}" destId="{99AD33E5-23BC-4336-9862-946FBA7398A3}" srcOrd="0" destOrd="0" presId="urn:microsoft.com/office/officeart/2005/8/layout/bProcess3"/>
    <dgm:cxn modelId="{B8DD7E98-CFBD-4AB3-8680-B4B159A32A5C}" srcId="{70F3AFBE-2F77-4457-8150-166947782B59}" destId="{1E706673-F251-4C55-BA10-C0F0FF62D911}" srcOrd="7" destOrd="0" parTransId="{CF2CC977-EE1F-4706-BDA7-CF82740E17EC}" sibTransId="{4F52A8A9-4246-45D8-AF64-92986517B48E}"/>
    <dgm:cxn modelId="{743B5C9B-3E56-47A1-8778-706A2494938B}" type="presOf" srcId="{9F3CF039-7C1F-4D3F-9E79-87DB4EBDD804}" destId="{FB01E9E9-AEAD-4F4D-B4EA-1684065B3C26}" srcOrd="0" destOrd="0" presId="urn:microsoft.com/office/officeart/2005/8/layout/bProcess3"/>
    <dgm:cxn modelId="{8E6132A3-14D4-4CFD-9E2D-273CC1AC6017}" srcId="{70F3AFBE-2F77-4457-8150-166947782B59}" destId="{56AF83F0-2F0D-48B4-BC7B-9C679FC5F0A7}" srcOrd="6" destOrd="0" parTransId="{3C404105-EF4D-4AAF-AEE4-6D71C6DDDE2E}" sibTransId="{78A9BEEE-EF39-4E8F-B931-361A1C2258BE}"/>
    <dgm:cxn modelId="{382F34B3-5C48-478F-92D7-C0B4AAED3EFF}" type="presOf" srcId="{C315FA29-3235-44F5-9EA7-A177EAA38DE2}" destId="{99A81A64-0347-4150-AC4C-34E7A96235A0}" srcOrd="1" destOrd="0" presId="urn:microsoft.com/office/officeart/2005/8/layout/bProcess3"/>
    <dgm:cxn modelId="{BC9B50B4-2547-41F8-90BE-B3AC3AC10149}" type="presOf" srcId="{B7394EDB-22D7-4E07-9A47-BD13FF686515}" destId="{0DD4C97B-BCA0-4A98-84CD-73A056ECBA8B}" srcOrd="0" destOrd="0" presId="urn:microsoft.com/office/officeart/2005/8/layout/bProcess3"/>
    <dgm:cxn modelId="{870A14B7-CC9A-4E78-A427-C8F63421E1E7}" srcId="{70F3AFBE-2F77-4457-8150-166947782B59}" destId="{86D8C714-B517-4CAA-95BA-752744C3DEEF}" srcOrd="0" destOrd="0" parTransId="{53BB4AA5-F050-411B-A61D-4DC3F9488DD5}" sibTransId="{F23782DD-4279-4FE8-BAE5-49704397C7D8}"/>
    <dgm:cxn modelId="{69D82CB8-D879-4F06-AB65-6CC7601608D5}" type="presOf" srcId="{78A9BEEE-EF39-4E8F-B931-361A1C2258BE}" destId="{9D1D45DE-EF26-46C3-B573-72945688530E}" srcOrd="0" destOrd="0" presId="urn:microsoft.com/office/officeart/2005/8/layout/bProcess3"/>
    <dgm:cxn modelId="{4B51E8C6-590E-4758-AE50-47108336C9B5}" type="presOf" srcId="{70F3AFBE-2F77-4457-8150-166947782B59}" destId="{93170033-0A6A-46D9-841F-EE06BF7EB2D0}" srcOrd="0" destOrd="0" presId="urn:microsoft.com/office/officeart/2005/8/layout/bProcess3"/>
    <dgm:cxn modelId="{C327FAC9-BDB3-4EB2-8AA1-A1D8BAA42557}" type="presOf" srcId="{86D8C714-B517-4CAA-95BA-752744C3DEEF}" destId="{A74B22FC-9752-4F35-8498-6559B833DB68}" srcOrd="0" destOrd="0" presId="urn:microsoft.com/office/officeart/2005/8/layout/bProcess3"/>
    <dgm:cxn modelId="{3D70A3DA-4170-4275-B5F9-C83F961D41EF}" type="presOf" srcId="{26079A31-A903-4715-9C92-C7C9F6DC2714}" destId="{FDD8AB00-A5ED-4743-9D4B-5769996D31A4}" srcOrd="1" destOrd="0" presId="urn:microsoft.com/office/officeart/2005/8/layout/bProcess3"/>
    <dgm:cxn modelId="{24B5F0E1-379B-404C-9CB9-14691598297F}" type="presOf" srcId="{DD56CBCB-296D-4A4F-A1EA-52292F92E33C}" destId="{D7021E28-746C-4D2E-8176-41904E81B5D9}" srcOrd="0" destOrd="0" presId="urn:microsoft.com/office/officeart/2005/8/layout/bProcess3"/>
    <dgm:cxn modelId="{C4F62AE7-91D1-45FD-B6C3-B78693A7F639}" type="presOf" srcId="{F23782DD-4279-4FE8-BAE5-49704397C7D8}" destId="{875EFC63-D641-4BE3-82D0-DF79B8D6467A}" srcOrd="1" destOrd="0" presId="urn:microsoft.com/office/officeart/2005/8/layout/bProcess3"/>
    <dgm:cxn modelId="{265CA7F0-E984-4241-9D2B-4B736D5950F3}" type="presOf" srcId="{9F3CF039-7C1F-4D3F-9E79-87DB4EBDD804}" destId="{D9FA0CD6-CE3B-447F-B325-55AE4C2C932B}" srcOrd="1" destOrd="0" presId="urn:microsoft.com/office/officeart/2005/8/layout/bProcess3"/>
    <dgm:cxn modelId="{0F0158F4-2546-425B-8197-72837D6A16BC}" type="presOf" srcId="{5715523C-F674-4731-8E47-CF38F07EAA35}" destId="{73C1B736-9649-4A85-AE2D-34A53FF9D3B0}" srcOrd="0" destOrd="0" presId="urn:microsoft.com/office/officeart/2005/8/layout/bProcess3"/>
    <dgm:cxn modelId="{022260FE-D8A9-49F9-A269-90696C2A1EE4}" srcId="{70F3AFBE-2F77-4457-8150-166947782B59}" destId="{AD0C2307-213D-4652-B01B-9DBBFD0F8F22}" srcOrd="3" destOrd="0" parTransId="{D097F5DF-44E2-485E-9D7B-3937A86376D9}" sibTransId="{C315FA29-3235-44F5-9EA7-A177EAA38DE2}"/>
    <dgm:cxn modelId="{BF16496E-0F28-4625-A951-B58D08018152}" type="presParOf" srcId="{93170033-0A6A-46D9-841F-EE06BF7EB2D0}" destId="{A74B22FC-9752-4F35-8498-6559B833DB68}" srcOrd="0" destOrd="0" presId="urn:microsoft.com/office/officeart/2005/8/layout/bProcess3"/>
    <dgm:cxn modelId="{097452C5-0E74-4F95-9472-2FBBBC590450}" type="presParOf" srcId="{93170033-0A6A-46D9-841F-EE06BF7EB2D0}" destId="{A950D9A7-D5DD-4DC1-814A-12BA9E812CAB}" srcOrd="1" destOrd="0" presId="urn:microsoft.com/office/officeart/2005/8/layout/bProcess3"/>
    <dgm:cxn modelId="{0D2DF41D-42D1-4232-8054-6B09C6C80975}" type="presParOf" srcId="{A950D9A7-D5DD-4DC1-814A-12BA9E812CAB}" destId="{875EFC63-D641-4BE3-82D0-DF79B8D6467A}" srcOrd="0" destOrd="0" presId="urn:microsoft.com/office/officeart/2005/8/layout/bProcess3"/>
    <dgm:cxn modelId="{9DABA3D9-BEC2-4F7F-A6D6-98FE05C6C40A}" type="presParOf" srcId="{93170033-0A6A-46D9-841F-EE06BF7EB2D0}" destId="{BA1FDF90-0D5E-4449-A3EA-C243BFCA6434}" srcOrd="2" destOrd="0" presId="urn:microsoft.com/office/officeart/2005/8/layout/bProcess3"/>
    <dgm:cxn modelId="{D35D6975-3B26-4E7F-9140-310E0736EC2E}" type="presParOf" srcId="{93170033-0A6A-46D9-841F-EE06BF7EB2D0}" destId="{D7021E28-746C-4D2E-8176-41904E81B5D9}" srcOrd="3" destOrd="0" presId="urn:microsoft.com/office/officeart/2005/8/layout/bProcess3"/>
    <dgm:cxn modelId="{F136FB29-7B07-4835-9EFB-B0F72A4CF6C9}" type="presParOf" srcId="{D7021E28-746C-4D2E-8176-41904E81B5D9}" destId="{82EFE1BF-3E25-4907-9CEF-537EFF5831D6}" srcOrd="0" destOrd="0" presId="urn:microsoft.com/office/officeart/2005/8/layout/bProcess3"/>
    <dgm:cxn modelId="{6B9F9387-528B-4E9E-B8F6-E0E69CAAA2A3}" type="presParOf" srcId="{93170033-0A6A-46D9-841F-EE06BF7EB2D0}" destId="{99AD33E5-23BC-4336-9862-946FBA7398A3}" srcOrd="4" destOrd="0" presId="urn:microsoft.com/office/officeart/2005/8/layout/bProcess3"/>
    <dgm:cxn modelId="{137F032C-B18D-4A3B-812A-70EBBD77992A}" type="presParOf" srcId="{93170033-0A6A-46D9-841F-EE06BF7EB2D0}" destId="{FB01E9E9-AEAD-4F4D-B4EA-1684065B3C26}" srcOrd="5" destOrd="0" presId="urn:microsoft.com/office/officeart/2005/8/layout/bProcess3"/>
    <dgm:cxn modelId="{900F193D-1CF9-431A-9062-3C4D55402674}" type="presParOf" srcId="{FB01E9E9-AEAD-4F4D-B4EA-1684065B3C26}" destId="{D9FA0CD6-CE3B-447F-B325-55AE4C2C932B}" srcOrd="0" destOrd="0" presId="urn:microsoft.com/office/officeart/2005/8/layout/bProcess3"/>
    <dgm:cxn modelId="{3EF2D3F6-99DE-49D9-A88B-CEA047AB2E85}" type="presParOf" srcId="{93170033-0A6A-46D9-841F-EE06BF7EB2D0}" destId="{306DCFF7-5E99-45B6-8035-3C23C2AD67EA}" srcOrd="6" destOrd="0" presId="urn:microsoft.com/office/officeart/2005/8/layout/bProcess3"/>
    <dgm:cxn modelId="{F0A26063-AE8A-4E34-A0DA-2139B8A09AB6}" type="presParOf" srcId="{93170033-0A6A-46D9-841F-EE06BF7EB2D0}" destId="{AB0DCC2D-91CC-4BE2-8CB1-40F48AE077E6}" srcOrd="7" destOrd="0" presId="urn:microsoft.com/office/officeart/2005/8/layout/bProcess3"/>
    <dgm:cxn modelId="{D66C53B6-FB87-41BA-93E3-5DF7FCA74C88}" type="presParOf" srcId="{AB0DCC2D-91CC-4BE2-8CB1-40F48AE077E6}" destId="{99A81A64-0347-4150-AC4C-34E7A96235A0}" srcOrd="0" destOrd="0" presId="urn:microsoft.com/office/officeart/2005/8/layout/bProcess3"/>
    <dgm:cxn modelId="{D753DBB2-4605-442B-A68D-8BA9DBB960A7}" type="presParOf" srcId="{93170033-0A6A-46D9-841F-EE06BF7EB2D0}" destId="{F29E41F5-8A5A-45CC-8B04-B628C09CE477}" srcOrd="8" destOrd="0" presId="urn:microsoft.com/office/officeart/2005/8/layout/bProcess3"/>
    <dgm:cxn modelId="{8351D9E5-A351-400B-8B18-0A52459976E9}" type="presParOf" srcId="{93170033-0A6A-46D9-841F-EE06BF7EB2D0}" destId="{0DD4C97B-BCA0-4A98-84CD-73A056ECBA8B}" srcOrd="9" destOrd="0" presId="urn:microsoft.com/office/officeart/2005/8/layout/bProcess3"/>
    <dgm:cxn modelId="{5CE42B1F-E37A-4918-AC04-DA2EEF8F0683}" type="presParOf" srcId="{0DD4C97B-BCA0-4A98-84CD-73A056ECBA8B}" destId="{5D20C93F-AE1A-474B-9A5E-357766EF2C94}" srcOrd="0" destOrd="0" presId="urn:microsoft.com/office/officeart/2005/8/layout/bProcess3"/>
    <dgm:cxn modelId="{79EB7E5B-51E2-4DD9-9D83-7D156289E8D5}" type="presParOf" srcId="{93170033-0A6A-46D9-841F-EE06BF7EB2D0}" destId="{73C1B736-9649-4A85-AE2D-34A53FF9D3B0}" srcOrd="10" destOrd="0" presId="urn:microsoft.com/office/officeart/2005/8/layout/bProcess3"/>
    <dgm:cxn modelId="{7AD4F2AD-EFCC-49CA-A5A9-88C15120E39D}" type="presParOf" srcId="{93170033-0A6A-46D9-841F-EE06BF7EB2D0}" destId="{838C8B31-77C3-41CA-BD42-566B5099B118}" srcOrd="11" destOrd="0" presId="urn:microsoft.com/office/officeart/2005/8/layout/bProcess3"/>
    <dgm:cxn modelId="{2662DFC2-6562-4177-87E7-FB3F8F68DD9F}" type="presParOf" srcId="{838C8B31-77C3-41CA-BD42-566B5099B118}" destId="{FDD8AB00-A5ED-4743-9D4B-5769996D31A4}" srcOrd="0" destOrd="0" presId="urn:microsoft.com/office/officeart/2005/8/layout/bProcess3"/>
    <dgm:cxn modelId="{4E17A49E-AD6E-4EE9-A8D0-1D27925B610C}" type="presParOf" srcId="{93170033-0A6A-46D9-841F-EE06BF7EB2D0}" destId="{F3163452-3716-4144-A8FB-71A79D3660A3}" srcOrd="12" destOrd="0" presId="urn:microsoft.com/office/officeart/2005/8/layout/bProcess3"/>
    <dgm:cxn modelId="{0E2F5D9F-420E-4A7D-8867-7A510121C4CB}" type="presParOf" srcId="{93170033-0A6A-46D9-841F-EE06BF7EB2D0}" destId="{9D1D45DE-EF26-46C3-B573-72945688530E}" srcOrd="13" destOrd="0" presId="urn:microsoft.com/office/officeart/2005/8/layout/bProcess3"/>
    <dgm:cxn modelId="{A1DB167D-7F00-4428-81A4-4FB8D4F3CB53}" type="presParOf" srcId="{9D1D45DE-EF26-46C3-B573-72945688530E}" destId="{426E70C4-56E9-4B8F-AC19-9F4A81F32D28}" srcOrd="0" destOrd="0" presId="urn:microsoft.com/office/officeart/2005/8/layout/bProcess3"/>
    <dgm:cxn modelId="{B05F6BA9-4A54-4846-8A45-43AAD0CA6FEB}" type="presParOf" srcId="{93170033-0A6A-46D9-841F-EE06BF7EB2D0}" destId="{2A206993-5651-4243-BBC3-F3B5854CA88D}" srcOrd="14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5DF5A88-7D11-4FF5-AF6A-BB612884A1AC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D5A7B62-333F-4F7F-BCF6-EBA5C45EFCB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Both algorithms produce identical path distance and length</a:t>
          </a:r>
        </a:p>
      </dgm:t>
    </dgm:pt>
    <dgm:pt modelId="{C6F35DC0-E58E-4FDD-921C-7BCD88E27845}" type="parTrans" cxnId="{3C658C22-1245-472A-A079-642D9208F46B}">
      <dgm:prSet/>
      <dgm:spPr/>
      <dgm:t>
        <a:bodyPr/>
        <a:lstStyle/>
        <a:p>
          <a:endParaRPr lang="en-US"/>
        </a:p>
      </dgm:t>
    </dgm:pt>
    <dgm:pt modelId="{CE025DED-3DAA-4CF8-A836-A364A467BABF}" type="sibTrans" cxnId="{3C658C22-1245-472A-A079-642D9208F46B}">
      <dgm:prSet/>
      <dgm:spPr/>
      <dgm:t>
        <a:bodyPr/>
        <a:lstStyle/>
        <a:p>
          <a:endParaRPr lang="en-US"/>
        </a:p>
      </dgm:t>
    </dgm:pt>
    <dgm:pt modelId="{BA72C01E-CA5F-46D4-BFFD-7BEFA0D5C1A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Dijkstra expands almost all nodes (9450 visited per target) for full shortest-path coverage</a:t>
          </a:r>
        </a:p>
      </dgm:t>
    </dgm:pt>
    <dgm:pt modelId="{705E77D9-89E8-4243-B5A3-2D696905C4C2}" type="parTrans" cxnId="{35927BB1-F083-4081-B2D9-0AE9D24353FC}">
      <dgm:prSet/>
      <dgm:spPr/>
      <dgm:t>
        <a:bodyPr/>
        <a:lstStyle/>
        <a:p>
          <a:endParaRPr lang="en-US"/>
        </a:p>
      </dgm:t>
    </dgm:pt>
    <dgm:pt modelId="{A8E9B162-B724-4E1D-9DE0-30148B399D52}" type="sibTrans" cxnId="{35927BB1-F083-4081-B2D9-0AE9D24353FC}">
      <dgm:prSet/>
      <dgm:spPr/>
      <dgm:t>
        <a:bodyPr/>
        <a:lstStyle/>
        <a:p>
          <a:endParaRPr lang="en-US"/>
        </a:p>
      </dgm:t>
    </dgm:pt>
    <dgm:pt modelId="{263EC83D-646B-4F5C-801F-24A12C8D719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A* consistently faster computation times for all routes</a:t>
          </a:r>
        </a:p>
      </dgm:t>
    </dgm:pt>
    <dgm:pt modelId="{CBF8F5BE-7634-46BD-946D-99198EA146AB}" type="parTrans" cxnId="{AE98016E-2EEE-49E9-848C-06D1BFBB343B}">
      <dgm:prSet/>
      <dgm:spPr/>
      <dgm:t>
        <a:bodyPr/>
        <a:lstStyle/>
        <a:p>
          <a:endParaRPr lang="en-US"/>
        </a:p>
      </dgm:t>
    </dgm:pt>
    <dgm:pt modelId="{454F25F0-5681-4A11-8C2E-CB32F04C3959}" type="sibTrans" cxnId="{AE98016E-2EEE-49E9-848C-06D1BFBB343B}">
      <dgm:prSet/>
      <dgm:spPr/>
      <dgm:t>
        <a:bodyPr/>
        <a:lstStyle/>
        <a:p>
          <a:endParaRPr lang="en-US"/>
        </a:p>
      </dgm:t>
    </dgm:pt>
    <dgm:pt modelId="{E692296E-4832-487C-8E43-65A79E57708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Visualizations clearly show denser node exploration by Dijkstra, focused search by A*</a:t>
          </a:r>
        </a:p>
      </dgm:t>
    </dgm:pt>
    <dgm:pt modelId="{F61446F7-C52D-45F0-ACA8-5BE56236F6D0}" type="parTrans" cxnId="{FF00DC04-0344-49BD-BDD8-03F31644B8A0}">
      <dgm:prSet/>
      <dgm:spPr/>
      <dgm:t>
        <a:bodyPr/>
        <a:lstStyle/>
        <a:p>
          <a:endParaRPr lang="en-US"/>
        </a:p>
      </dgm:t>
    </dgm:pt>
    <dgm:pt modelId="{DF374DCA-5D3A-49D5-B1AB-34A23D397B1B}" type="sibTrans" cxnId="{FF00DC04-0344-49BD-BDD8-03F31644B8A0}">
      <dgm:prSet/>
      <dgm:spPr/>
      <dgm:t>
        <a:bodyPr/>
        <a:lstStyle/>
        <a:p>
          <a:endParaRPr lang="en-US"/>
        </a:p>
      </dgm:t>
    </dgm:pt>
    <dgm:pt modelId="{6A46A794-7228-48CA-9A59-57BC8A0BF6D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A* lowers search effort (242–1412 nodes per target) by using straight-line heuristic.</a:t>
          </a:r>
        </a:p>
      </dgm:t>
    </dgm:pt>
    <dgm:pt modelId="{9C76009E-AEC0-4C00-9423-E5B60A0316FF}" type="parTrans" cxnId="{1BE3C87B-7245-43EC-AC16-4201A82EF88D}">
      <dgm:prSet/>
      <dgm:spPr/>
      <dgm:t>
        <a:bodyPr/>
        <a:lstStyle/>
        <a:p>
          <a:endParaRPr lang="en-GB"/>
        </a:p>
      </dgm:t>
    </dgm:pt>
    <dgm:pt modelId="{CE9D2860-80D7-47BD-935C-F79408278989}" type="sibTrans" cxnId="{1BE3C87B-7245-43EC-AC16-4201A82EF88D}">
      <dgm:prSet/>
      <dgm:spPr/>
      <dgm:t>
        <a:bodyPr/>
        <a:lstStyle/>
        <a:p>
          <a:endParaRPr lang="en-GB"/>
        </a:p>
      </dgm:t>
    </dgm:pt>
    <dgm:pt modelId="{80E8ECF6-94E2-41BA-A893-0FD70114B0A2}" type="pres">
      <dgm:prSet presAssocID="{45DF5A88-7D11-4FF5-AF6A-BB612884A1AC}" presName="root" presStyleCnt="0">
        <dgm:presLayoutVars>
          <dgm:dir/>
          <dgm:resizeHandles val="exact"/>
        </dgm:presLayoutVars>
      </dgm:prSet>
      <dgm:spPr/>
    </dgm:pt>
    <dgm:pt modelId="{AF656F3E-839D-49AB-8620-2E5EE49F897C}" type="pres">
      <dgm:prSet presAssocID="{BD5A7B62-333F-4F7F-BCF6-EBA5C45EFCBE}" presName="compNode" presStyleCnt="0"/>
      <dgm:spPr/>
    </dgm:pt>
    <dgm:pt modelId="{6AC0EECF-93E1-4540-A277-D7234FDE3CA1}" type="pres">
      <dgm:prSet presAssocID="{BD5A7B62-333F-4F7F-BCF6-EBA5C45EFCBE}" presName="bgRect" presStyleLbl="bgShp" presStyleIdx="0" presStyleCnt="5"/>
      <dgm:spPr>
        <a:noFill/>
      </dgm:spPr>
    </dgm:pt>
    <dgm:pt modelId="{6FF7B2A9-ECAE-4923-8A94-918568E55692}" type="pres">
      <dgm:prSet presAssocID="{BD5A7B62-333F-4F7F-BCF6-EBA5C45EFCBE}" presName="iconRect" presStyleLbl="node1" presStyleIdx="0" presStyleCnt="5"/>
      <dgm:spPr>
        <a:blipFill>
          <a:blip xmlns:r="http://schemas.openxmlformats.org/officeDocument/2006/relationships" r:embed="rId1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äkchen mit einfarbiger Füllung"/>
        </a:ext>
      </dgm:extLst>
    </dgm:pt>
    <dgm:pt modelId="{76D8DD6E-6DDE-4E90-A6D3-8C62035447EB}" type="pres">
      <dgm:prSet presAssocID="{BD5A7B62-333F-4F7F-BCF6-EBA5C45EFCBE}" presName="spaceRect" presStyleCnt="0"/>
      <dgm:spPr/>
    </dgm:pt>
    <dgm:pt modelId="{CAE976F3-CA7B-4B35-83FA-F76A2F2703D9}" type="pres">
      <dgm:prSet presAssocID="{BD5A7B62-333F-4F7F-BCF6-EBA5C45EFCBE}" presName="parTx" presStyleLbl="revTx" presStyleIdx="0" presStyleCnt="5">
        <dgm:presLayoutVars>
          <dgm:chMax val="0"/>
          <dgm:chPref val="0"/>
        </dgm:presLayoutVars>
      </dgm:prSet>
      <dgm:spPr/>
    </dgm:pt>
    <dgm:pt modelId="{B157E92F-C59B-41A3-AC2C-4B31246A2101}" type="pres">
      <dgm:prSet presAssocID="{CE025DED-3DAA-4CF8-A836-A364A467BABF}" presName="sibTrans" presStyleCnt="0"/>
      <dgm:spPr/>
    </dgm:pt>
    <dgm:pt modelId="{9557CB4D-CAD4-436A-B258-D04E461AB4F2}" type="pres">
      <dgm:prSet presAssocID="{BA72C01E-CA5F-46D4-BFFD-7BEFA0D5C1AE}" presName="compNode" presStyleCnt="0"/>
      <dgm:spPr/>
    </dgm:pt>
    <dgm:pt modelId="{9036B167-F1E4-4027-9798-96F38FD6962F}" type="pres">
      <dgm:prSet presAssocID="{BA72C01E-CA5F-46D4-BFFD-7BEFA0D5C1AE}" presName="bgRect" presStyleLbl="bgShp" presStyleIdx="1" presStyleCnt="5"/>
      <dgm:spPr>
        <a:noFill/>
      </dgm:spPr>
    </dgm:pt>
    <dgm:pt modelId="{8D451EF7-460D-46A4-A271-E96897E51A72}" type="pres">
      <dgm:prSet presAssocID="{BA72C01E-CA5F-46D4-BFFD-7BEFA0D5C1AE}" presName="iconRect" presStyleLbl="node1" presStyleIdx="1" presStyleCnt="5"/>
      <dgm:spPr>
        <a:blipFill>
          <a:blip xmlns:r="http://schemas.openxmlformats.org/officeDocument/2006/relationships" r:embed="rId3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Netzwerk mit einfarbiger Füllung"/>
        </a:ext>
      </dgm:extLst>
    </dgm:pt>
    <dgm:pt modelId="{92A7FBA4-8269-42FC-A080-4CEBA62AABAC}" type="pres">
      <dgm:prSet presAssocID="{BA72C01E-CA5F-46D4-BFFD-7BEFA0D5C1AE}" presName="spaceRect" presStyleCnt="0"/>
      <dgm:spPr/>
    </dgm:pt>
    <dgm:pt modelId="{57C1C074-212C-4B88-A262-DE4C7BB4416A}" type="pres">
      <dgm:prSet presAssocID="{BA72C01E-CA5F-46D4-BFFD-7BEFA0D5C1AE}" presName="parTx" presStyleLbl="revTx" presStyleIdx="1" presStyleCnt="5">
        <dgm:presLayoutVars>
          <dgm:chMax val="0"/>
          <dgm:chPref val="0"/>
        </dgm:presLayoutVars>
      </dgm:prSet>
      <dgm:spPr/>
    </dgm:pt>
    <dgm:pt modelId="{B3017097-AA53-472F-A7C0-62774086D431}" type="pres">
      <dgm:prSet presAssocID="{A8E9B162-B724-4E1D-9DE0-30148B399D52}" presName="sibTrans" presStyleCnt="0"/>
      <dgm:spPr/>
    </dgm:pt>
    <dgm:pt modelId="{28A3A1AF-BCC5-429E-B49E-073764237965}" type="pres">
      <dgm:prSet presAssocID="{6A46A794-7228-48CA-9A59-57BC8A0BF6DC}" presName="compNode" presStyleCnt="0"/>
      <dgm:spPr/>
    </dgm:pt>
    <dgm:pt modelId="{1E797683-A8A6-43E8-A048-1D6072185623}" type="pres">
      <dgm:prSet presAssocID="{6A46A794-7228-48CA-9A59-57BC8A0BF6DC}" presName="bgRect" presStyleLbl="bgShp" presStyleIdx="2" presStyleCnt="5"/>
      <dgm:spPr>
        <a:noFill/>
      </dgm:spPr>
    </dgm:pt>
    <dgm:pt modelId="{351AAE6A-DA6E-4153-9D7C-4FF6A1C5F5A5}" type="pres">
      <dgm:prSet presAssocID="{6A46A794-7228-48CA-9A59-57BC8A0BF6DC}" presName="iconRect" presStyleLbl="node1" presStyleIdx="2" presStyleCnt="5"/>
      <dgm:spPr>
        <a:blipFill>
          <a:blip xmlns:r="http://schemas.openxmlformats.org/officeDocument/2006/relationships" r:embed="rId5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niendiagramm mit einfarbiger Füllung"/>
        </a:ext>
      </dgm:extLst>
    </dgm:pt>
    <dgm:pt modelId="{66BC5BCC-5369-4BE2-9C99-B2F91E254202}" type="pres">
      <dgm:prSet presAssocID="{6A46A794-7228-48CA-9A59-57BC8A0BF6DC}" presName="spaceRect" presStyleCnt="0"/>
      <dgm:spPr/>
    </dgm:pt>
    <dgm:pt modelId="{C21AF78E-FBE0-4436-8687-D397667E6407}" type="pres">
      <dgm:prSet presAssocID="{6A46A794-7228-48CA-9A59-57BC8A0BF6DC}" presName="parTx" presStyleLbl="revTx" presStyleIdx="2" presStyleCnt="5">
        <dgm:presLayoutVars>
          <dgm:chMax val="0"/>
          <dgm:chPref val="0"/>
        </dgm:presLayoutVars>
      </dgm:prSet>
      <dgm:spPr/>
    </dgm:pt>
    <dgm:pt modelId="{F30CF36E-5697-44EB-A74C-23A7F7E08BB7}" type="pres">
      <dgm:prSet presAssocID="{CE9D2860-80D7-47BD-935C-F79408278989}" presName="sibTrans" presStyleCnt="0"/>
      <dgm:spPr/>
    </dgm:pt>
    <dgm:pt modelId="{94191A93-9D89-4315-813B-ECFB4567D50B}" type="pres">
      <dgm:prSet presAssocID="{263EC83D-646B-4F5C-801F-24A12C8D719B}" presName="compNode" presStyleCnt="0"/>
      <dgm:spPr/>
    </dgm:pt>
    <dgm:pt modelId="{511E6144-7DBC-4C5F-BAF1-40FD8AA639DF}" type="pres">
      <dgm:prSet presAssocID="{263EC83D-646B-4F5C-801F-24A12C8D719B}" presName="bgRect" presStyleLbl="bgShp" presStyleIdx="3" presStyleCnt="5"/>
      <dgm:spPr>
        <a:noFill/>
      </dgm:spPr>
    </dgm:pt>
    <dgm:pt modelId="{963BEFC9-3A94-4E01-8344-3DAD6C04A75C}" type="pres">
      <dgm:prSet presAssocID="{263EC83D-646B-4F5C-801F-24A12C8D719B}" presName="iconRect" presStyleLbl="node1" presStyleIdx="3" presStyleCnt="5"/>
      <dgm:spPr>
        <a:blipFill>
          <a:blip xmlns:r="http://schemas.openxmlformats.org/officeDocument/2006/relationships" r:embed="rId7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A0B57BDE-A90B-4999-9D86-11F7D6D06356}" type="pres">
      <dgm:prSet presAssocID="{263EC83D-646B-4F5C-801F-24A12C8D719B}" presName="spaceRect" presStyleCnt="0"/>
      <dgm:spPr/>
    </dgm:pt>
    <dgm:pt modelId="{C7E86B0B-7630-471A-9E64-636B9DDA8AA1}" type="pres">
      <dgm:prSet presAssocID="{263EC83D-646B-4F5C-801F-24A12C8D719B}" presName="parTx" presStyleLbl="revTx" presStyleIdx="3" presStyleCnt="5">
        <dgm:presLayoutVars>
          <dgm:chMax val="0"/>
          <dgm:chPref val="0"/>
        </dgm:presLayoutVars>
      </dgm:prSet>
      <dgm:spPr/>
    </dgm:pt>
    <dgm:pt modelId="{55FFFFC3-18D9-46F8-8793-EE3CB2D6B159}" type="pres">
      <dgm:prSet presAssocID="{454F25F0-5681-4A11-8C2E-CB32F04C3959}" presName="sibTrans" presStyleCnt="0"/>
      <dgm:spPr/>
    </dgm:pt>
    <dgm:pt modelId="{81662FFA-65EF-4FB9-B18A-B9E1516EEC34}" type="pres">
      <dgm:prSet presAssocID="{E692296E-4832-487C-8E43-65A79E577089}" presName="compNode" presStyleCnt="0"/>
      <dgm:spPr/>
    </dgm:pt>
    <dgm:pt modelId="{6E5AD9A9-D2B7-4F2D-B49A-1463FB4BA175}" type="pres">
      <dgm:prSet presAssocID="{E692296E-4832-487C-8E43-65A79E577089}" presName="bgRect" presStyleLbl="bgShp" presStyleIdx="4" presStyleCnt="5"/>
      <dgm:spPr>
        <a:noFill/>
      </dgm:spPr>
    </dgm:pt>
    <dgm:pt modelId="{7B6FDC80-ED80-4C26-987C-A33F2837B8B6}" type="pres">
      <dgm:prSet presAssocID="{E692296E-4832-487C-8E43-65A79E577089}" presName="iconRect" presStyleLbl="node1" presStyleIdx="4" presStyleCnt="5"/>
      <dgm:spPr>
        <a:blipFill>
          <a:blip xmlns:r="http://schemas.openxmlformats.org/officeDocument/2006/relationships" r:embed="rId9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esearch"/>
        </a:ext>
      </dgm:extLst>
    </dgm:pt>
    <dgm:pt modelId="{0F6EC932-DF0F-47A6-84DB-1CD95D9CAA4E}" type="pres">
      <dgm:prSet presAssocID="{E692296E-4832-487C-8E43-65A79E577089}" presName="spaceRect" presStyleCnt="0"/>
      <dgm:spPr/>
    </dgm:pt>
    <dgm:pt modelId="{67B7696C-70E2-4CC5-B91F-70C537AF7D52}" type="pres">
      <dgm:prSet presAssocID="{E692296E-4832-487C-8E43-65A79E577089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FF00DC04-0344-49BD-BDD8-03F31644B8A0}" srcId="{45DF5A88-7D11-4FF5-AF6A-BB612884A1AC}" destId="{E692296E-4832-487C-8E43-65A79E577089}" srcOrd="4" destOrd="0" parTransId="{F61446F7-C52D-45F0-ACA8-5BE56236F6D0}" sibTransId="{DF374DCA-5D3A-49D5-B1AB-34A23D397B1B}"/>
    <dgm:cxn modelId="{38B7CA1D-30B9-4999-BF0A-8A5B160D2511}" type="presOf" srcId="{263EC83D-646B-4F5C-801F-24A12C8D719B}" destId="{C7E86B0B-7630-471A-9E64-636B9DDA8AA1}" srcOrd="0" destOrd="0" presId="urn:microsoft.com/office/officeart/2018/2/layout/IconVerticalSolidList"/>
    <dgm:cxn modelId="{3C658C22-1245-472A-A079-642D9208F46B}" srcId="{45DF5A88-7D11-4FF5-AF6A-BB612884A1AC}" destId="{BD5A7B62-333F-4F7F-BCF6-EBA5C45EFCBE}" srcOrd="0" destOrd="0" parTransId="{C6F35DC0-E58E-4FDD-921C-7BCD88E27845}" sibTransId="{CE025DED-3DAA-4CF8-A836-A364A467BABF}"/>
    <dgm:cxn modelId="{7FB38164-3A8C-44E7-AAB1-073303AE1B96}" type="presOf" srcId="{6A46A794-7228-48CA-9A59-57BC8A0BF6DC}" destId="{C21AF78E-FBE0-4436-8687-D397667E6407}" srcOrd="0" destOrd="0" presId="urn:microsoft.com/office/officeart/2018/2/layout/IconVerticalSolidList"/>
    <dgm:cxn modelId="{AE98016E-2EEE-49E9-848C-06D1BFBB343B}" srcId="{45DF5A88-7D11-4FF5-AF6A-BB612884A1AC}" destId="{263EC83D-646B-4F5C-801F-24A12C8D719B}" srcOrd="3" destOrd="0" parTransId="{CBF8F5BE-7634-46BD-946D-99198EA146AB}" sibTransId="{454F25F0-5681-4A11-8C2E-CB32F04C3959}"/>
    <dgm:cxn modelId="{70B76473-D5AB-472A-BDFA-86254664E062}" type="presOf" srcId="{BD5A7B62-333F-4F7F-BCF6-EBA5C45EFCBE}" destId="{CAE976F3-CA7B-4B35-83FA-F76A2F2703D9}" srcOrd="0" destOrd="0" presId="urn:microsoft.com/office/officeart/2018/2/layout/IconVerticalSolidList"/>
    <dgm:cxn modelId="{04C22B78-2798-46E2-8DFA-29E2759ED972}" type="presOf" srcId="{BA72C01E-CA5F-46D4-BFFD-7BEFA0D5C1AE}" destId="{57C1C074-212C-4B88-A262-DE4C7BB4416A}" srcOrd="0" destOrd="0" presId="urn:microsoft.com/office/officeart/2018/2/layout/IconVerticalSolidList"/>
    <dgm:cxn modelId="{C06CCB78-329A-4FD7-9A29-524ACD19227E}" type="presOf" srcId="{E692296E-4832-487C-8E43-65A79E577089}" destId="{67B7696C-70E2-4CC5-B91F-70C537AF7D52}" srcOrd="0" destOrd="0" presId="urn:microsoft.com/office/officeart/2018/2/layout/IconVerticalSolidList"/>
    <dgm:cxn modelId="{1BE3C87B-7245-43EC-AC16-4201A82EF88D}" srcId="{45DF5A88-7D11-4FF5-AF6A-BB612884A1AC}" destId="{6A46A794-7228-48CA-9A59-57BC8A0BF6DC}" srcOrd="2" destOrd="0" parTransId="{9C76009E-AEC0-4C00-9423-E5B60A0316FF}" sibTransId="{CE9D2860-80D7-47BD-935C-F79408278989}"/>
    <dgm:cxn modelId="{35927BB1-F083-4081-B2D9-0AE9D24353FC}" srcId="{45DF5A88-7D11-4FF5-AF6A-BB612884A1AC}" destId="{BA72C01E-CA5F-46D4-BFFD-7BEFA0D5C1AE}" srcOrd="1" destOrd="0" parTransId="{705E77D9-89E8-4243-B5A3-2D696905C4C2}" sibTransId="{A8E9B162-B724-4E1D-9DE0-30148B399D52}"/>
    <dgm:cxn modelId="{8FA027F5-E40D-428F-8B8C-E5361ABB3EEF}" type="presOf" srcId="{45DF5A88-7D11-4FF5-AF6A-BB612884A1AC}" destId="{80E8ECF6-94E2-41BA-A893-0FD70114B0A2}" srcOrd="0" destOrd="0" presId="urn:microsoft.com/office/officeart/2018/2/layout/IconVerticalSolidList"/>
    <dgm:cxn modelId="{FA0244F8-C927-4BE3-8023-5E7A58770359}" type="presParOf" srcId="{80E8ECF6-94E2-41BA-A893-0FD70114B0A2}" destId="{AF656F3E-839D-49AB-8620-2E5EE49F897C}" srcOrd="0" destOrd="0" presId="urn:microsoft.com/office/officeart/2018/2/layout/IconVerticalSolidList"/>
    <dgm:cxn modelId="{60BB138A-40E1-40B7-8964-8AC655D873B3}" type="presParOf" srcId="{AF656F3E-839D-49AB-8620-2E5EE49F897C}" destId="{6AC0EECF-93E1-4540-A277-D7234FDE3CA1}" srcOrd="0" destOrd="0" presId="urn:microsoft.com/office/officeart/2018/2/layout/IconVerticalSolidList"/>
    <dgm:cxn modelId="{0BD0C108-B6E8-4699-B681-0B0A07D3AB81}" type="presParOf" srcId="{AF656F3E-839D-49AB-8620-2E5EE49F897C}" destId="{6FF7B2A9-ECAE-4923-8A94-918568E55692}" srcOrd="1" destOrd="0" presId="urn:microsoft.com/office/officeart/2018/2/layout/IconVerticalSolidList"/>
    <dgm:cxn modelId="{0172A090-5910-43D3-AB81-E4F5848D5A0E}" type="presParOf" srcId="{AF656F3E-839D-49AB-8620-2E5EE49F897C}" destId="{76D8DD6E-6DDE-4E90-A6D3-8C62035447EB}" srcOrd="2" destOrd="0" presId="urn:microsoft.com/office/officeart/2018/2/layout/IconVerticalSolidList"/>
    <dgm:cxn modelId="{9B1EFF33-7BF8-4160-83F9-ABC496647A7B}" type="presParOf" srcId="{AF656F3E-839D-49AB-8620-2E5EE49F897C}" destId="{CAE976F3-CA7B-4B35-83FA-F76A2F2703D9}" srcOrd="3" destOrd="0" presId="urn:microsoft.com/office/officeart/2018/2/layout/IconVerticalSolidList"/>
    <dgm:cxn modelId="{9A01E16F-4F36-4320-BFD7-DDD1E3EB5413}" type="presParOf" srcId="{80E8ECF6-94E2-41BA-A893-0FD70114B0A2}" destId="{B157E92F-C59B-41A3-AC2C-4B31246A2101}" srcOrd="1" destOrd="0" presId="urn:microsoft.com/office/officeart/2018/2/layout/IconVerticalSolidList"/>
    <dgm:cxn modelId="{5DFB55A3-F476-46CF-AC4F-C9F46FB92809}" type="presParOf" srcId="{80E8ECF6-94E2-41BA-A893-0FD70114B0A2}" destId="{9557CB4D-CAD4-436A-B258-D04E461AB4F2}" srcOrd="2" destOrd="0" presId="urn:microsoft.com/office/officeart/2018/2/layout/IconVerticalSolidList"/>
    <dgm:cxn modelId="{5292F005-BE5A-4F6B-9918-AD6BA79CB18A}" type="presParOf" srcId="{9557CB4D-CAD4-436A-B258-D04E461AB4F2}" destId="{9036B167-F1E4-4027-9798-96F38FD6962F}" srcOrd="0" destOrd="0" presId="urn:microsoft.com/office/officeart/2018/2/layout/IconVerticalSolidList"/>
    <dgm:cxn modelId="{23628C73-6257-401E-A7C3-88D43A2A554D}" type="presParOf" srcId="{9557CB4D-CAD4-436A-B258-D04E461AB4F2}" destId="{8D451EF7-460D-46A4-A271-E96897E51A72}" srcOrd="1" destOrd="0" presId="urn:microsoft.com/office/officeart/2018/2/layout/IconVerticalSolidList"/>
    <dgm:cxn modelId="{E543691D-E138-442C-8526-0C5E4A72B473}" type="presParOf" srcId="{9557CB4D-CAD4-436A-B258-D04E461AB4F2}" destId="{92A7FBA4-8269-42FC-A080-4CEBA62AABAC}" srcOrd="2" destOrd="0" presId="urn:microsoft.com/office/officeart/2018/2/layout/IconVerticalSolidList"/>
    <dgm:cxn modelId="{EB3485DD-0BE5-48E2-8913-E78C0255B478}" type="presParOf" srcId="{9557CB4D-CAD4-436A-B258-D04E461AB4F2}" destId="{57C1C074-212C-4B88-A262-DE4C7BB4416A}" srcOrd="3" destOrd="0" presId="urn:microsoft.com/office/officeart/2018/2/layout/IconVerticalSolidList"/>
    <dgm:cxn modelId="{E26862D8-F139-42E0-B932-324818CC4426}" type="presParOf" srcId="{80E8ECF6-94E2-41BA-A893-0FD70114B0A2}" destId="{B3017097-AA53-472F-A7C0-62774086D431}" srcOrd="3" destOrd="0" presId="urn:microsoft.com/office/officeart/2018/2/layout/IconVerticalSolidList"/>
    <dgm:cxn modelId="{0A5CCFF8-C7F6-4754-98CB-F5845D1F85D5}" type="presParOf" srcId="{80E8ECF6-94E2-41BA-A893-0FD70114B0A2}" destId="{28A3A1AF-BCC5-429E-B49E-073764237965}" srcOrd="4" destOrd="0" presId="urn:microsoft.com/office/officeart/2018/2/layout/IconVerticalSolidList"/>
    <dgm:cxn modelId="{F571AC64-6605-40F6-A809-3600F4BE2DD1}" type="presParOf" srcId="{28A3A1AF-BCC5-429E-B49E-073764237965}" destId="{1E797683-A8A6-43E8-A048-1D6072185623}" srcOrd="0" destOrd="0" presId="urn:microsoft.com/office/officeart/2018/2/layout/IconVerticalSolidList"/>
    <dgm:cxn modelId="{128A7F73-9D07-4A08-9377-9342FFB6F6B7}" type="presParOf" srcId="{28A3A1AF-BCC5-429E-B49E-073764237965}" destId="{351AAE6A-DA6E-4153-9D7C-4FF6A1C5F5A5}" srcOrd="1" destOrd="0" presId="urn:microsoft.com/office/officeart/2018/2/layout/IconVerticalSolidList"/>
    <dgm:cxn modelId="{3596DB27-8484-4F58-9E11-0834464EEECF}" type="presParOf" srcId="{28A3A1AF-BCC5-429E-B49E-073764237965}" destId="{66BC5BCC-5369-4BE2-9C99-B2F91E254202}" srcOrd="2" destOrd="0" presId="urn:microsoft.com/office/officeart/2018/2/layout/IconVerticalSolidList"/>
    <dgm:cxn modelId="{1B520EDA-C13F-44C2-86B3-49D8795CE0CE}" type="presParOf" srcId="{28A3A1AF-BCC5-429E-B49E-073764237965}" destId="{C21AF78E-FBE0-4436-8687-D397667E6407}" srcOrd="3" destOrd="0" presId="urn:microsoft.com/office/officeart/2018/2/layout/IconVerticalSolidList"/>
    <dgm:cxn modelId="{9FF0DC95-F2D3-4DA5-8BB0-50A27AEB020E}" type="presParOf" srcId="{80E8ECF6-94E2-41BA-A893-0FD70114B0A2}" destId="{F30CF36E-5697-44EB-A74C-23A7F7E08BB7}" srcOrd="5" destOrd="0" presId="urn:microsoft.com/office/officeart/2018/2/layout/IconVerticalSolidList"/>
    <dgm:cxn modelId="{095D3215-6ECB-49CB-9006-D7D2E7580A3A}" type="presParOf" srcId="{80E8ECF6-94E2-41BA-A893-0FD70114B0A2}" destId="{94191A93-9D89-4315-813B-ECFB4567D50B}" srcOrd="6" destOrd="0" presId="urn:microsoft.com/office/officeart/2018/2/layout/IconVerticalSolidList"/>
    <dgm:cxn modelId="{D81676F6-ADDA-45F4-B719-9B52077F92D1}" type="presParOf" srcId="{94191A93-9D89-4315-813B-ECFB4567D50B}" destId="{511E6144-7DBC-4C5F-BAF1-40FD8AA639DF}" srcOrd="0" destOrd="0" presId="urn:microsoft.com/office/officeart/2018/2/layout/IconVerticalSolidList"/>
    <dgm:cxn modelId="{55CA4B17-860C-43DF-BA61-965D0D0D134F}" type="presParOf" srcId="{94191A93-9D89-4315-813B-ECFB4567D50B}" destId="{963BEFC9-3A94-4E01-8344-3DAD6C04A75C}" srcOrd="1" destOrd="0" presId="urn:microsoft.com/office/officeart/2018/2/layout/IconVerticalSolidList"/>
    <dgm:cxn modelId="{B88182AA-2281-460F-9D19-12AF295980B2}" type="presParOf" srcId="{94191A93-9D89-4315-813B-ECFB4567D50B}" destId="{A0B57BDE-A90B-4999-9D86-11F7D6D06356}" srcOrd="2" destOrd="0" presId="urn:microsoft.com/office/officeart/2018/2/layout/IconVerticalSolidList"/>
    <dgm:cxn modelId="{7A0923FF-38BD-4A8C-91D6-CFBC303B58E8}" type="presParOf" srcId="{94191A93-9D89-4315-813B-ECFB4567D50B}" destId="{C7E86B0B-7630-471A-9E64-636B9DDA8AA1}" srcOrd="3" destOrd="0" presId="urn:microsoft.com/office/officeart/2018/2/layout/IconVerticalSolidList"/>
    <dgm:cxn modelId="{D8390892-1917-4308-AD5F-170966C4FC6B}" type="presParOf" srcId="{80E8ECF6-94E2-41BA-A893-0FD70114B0A2}" destId="{55FFFFC3-18D9-46F8-8793-EE3CB2D6B159}" srcOrd="7" destOrd="0" presId="urn:microsoft.com/office/officeart/2018/2/layout/IconVerticalSolidList"/>
    <dgm:cxn modelId="{CDFD6C7A-05F7-48A5-9187-D54B3F13A2F4}" type="presParOf" srcId="{80E8ECF6-94E2-41BA-A893-0FD70114B0A2}" destId="{81662FFA-65EF-4FB9-B18A-B9E1516EEC34}" srcOrd="8" destOrd="0" presId="urn:microsoft.com/office/officeart/2018/2/layout/IconVerticalSolidList"/>
    <dgm:cxn modelId="{2825333D-FF4E-4E33-B354-623203D5E3C7}" type="presParOf" srcId="{81662FFA-65EF-4FB9-B18A-B9E1516EEC34}" destId="{6E5AD9A9-D2B7-4F2D-B49A-1463FB4BA175}" srcOrd="0" destOrd="0" presId="urn:microsoft.com/office/officeart/2018/2/layout/IconVerticalSolidList"/>
    <dgm:cxn modelId="{6861961B-5F25-4727-A7AE-CAE6278DDEF5}" type="presParOf" srcId="{81662FFA-65EF-4FB9-B18A-B9E1516EEC34}" destId="{7B6FDC80-ED80-4C26-987C-A33F2837B8B6}" srcOrd="1" destOrd="0" presId="urn:microsoft.com/office/officeart/2018/2/layout/IconVerticalSolidList"/>
    <dgm:cxn modelId="{822D1311-2E87-4464-9512-5D78F5F194CA}" type="presParOf" srcId="{81662FFA-65EF-4FB9-B18A-B9E1516EEC34}" destId="{0F6EC932-DF0F-47A6-84DB-1CD95D9CAA4E}" srcOrd="2" destOrd="0" presId="urn:microsoft.com/office/officeart/2018/2/layout/IconVerticalSolidList"/>
    <dgm:cxn modelId="{B1C9E99E-4546-4F66-AC19-1C512B834E5A}" type="presParOf" srcId="{81662FFA-65EF-4FB9-B18A-B9E1516EEC34}" destId="{67B7696C-70E2-4CC5-B91F-70C537AF7D5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5DF5A88-7D11-4FF5-AF6A-BB612884A1AC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D5A7B62-333F-4F7F-BCF6-EBA5C45EFCB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Heuristic uses straight-line (Euclidean/Haversine) distance—may not reflect real travel routes or obstacles.</a:t>
          </a:r>
        </a:p>
      </dgm:t>
    </dgm:pt>
    <dgm:pt modelId="{C6F35DC0-E58E-4FDD-921C-7BCD88E27845}" type="parTrans" cxnId="{3C658C22-1245-472A-A079-642D9208F46B}">
      <dgm:prSet/>
      <dgm:spPr/>
      <dgm:t>
        <a:bodyPr/>
        <a:lstStyle/>
        <a:p>
          <a:endParaRPr lang="en-US"/>
        </a:p>
      </dgm:t>
    </dgm:pt>
    <dgm:pt modelId="{CE025DED-3DAA-4CF8-A836-A364A467BABF}" type="sibTrans" cxnId="{3C658C22-1245-472A-A079-642D9208F46B}">
      <dgm:prSet/>
      <dgm:spPr/>
      <dgm:t>
        <a:bodyPr/>
        <a:lstStyle/>
        <a:p>
          <a:endParaRPr lang="en-US"/>
        </a:p>
      </dgm:t>
    </dgm:pt>
    <dgm:pt modelId="{BA72C01E-CA5F-46D4-BFFD-7BEFA0D5C1A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No real-time traffic, dynamic speed limits, or changing road conditions included in the model.</a:t>
          </a:r>
        </a:p>
      </dgm:t>
    </dgm:pt>
    <dgm:pt modelId="{705E77D9-89E8-4243-B5A3-2D696905C4C2}" type="parTrans" cxnId="{35927BB1-F083-4081-B2D9-0AE9D24353FC}">
      <dgm:prSet/>
      <dgm:spPr/>
      <dgm:t>
        <a:bodyPr/>
        <a:lstStyle/>
        <a:p>
          <a:endParaRPr lang="en-US"/>
        </a:p>
      </dgm:t>
    </dgm:pt>
    <dgm:pt modelId="{A8E9B162-B724-4E1D-9DE0-30148B399D52}" type="sibTrans" cxnId="{35927BB1-F083-4081-B2D9-0AE9D24353FC}">
      <dgm:prSet/>
      <dgm:spPr/>
      <dgm:t>
        <a:bodyPr/>
        <a:lstStyle/>
        <a:p>
          <a:endParaRPr lang="en-US"/>
        </a:p>
      </dgm:t>
    </dgm:pt>
    <dgm:pt modelId="{263EC83D-646B-4F5C-801F-24A12C8D719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Network graph, nodes, and routes built from static input files; unable to react to live or updated data.</a:t>
          </a:r>
        </a:p>
      </dgm:t>
    </dgm:pt>
    <dgm:pt modelId="{CBF8F5BE-7634-46BD-946D-99198EA146AB}" type="parTrans" cxnId="{AE98016E-2EEE-49E9-848C-06D1BFBB343B}">
      <dgm:prSet/>
      <dgm:spPr/>
      <dgm:t>
        <a:bodyPr/>
        <a:lstStyle/>
        <a:p>
          <a:endParaRPr lang="en-US"/>
        </a:p>
      </dgm:t>
    </dgm:pt>
    <dgm:pt modelId="{454F25F0-5681-4A11-8C2E-CB32F04C3959}" type="sibTrans" cxnId="{AE98016E-2EEE-49E9-848C-06D1BFBB343B}">
      <dgm:prSet/>
      <dgm:spPr/>
      <dgm:t>
        <a:bodyPr/>
        <a:lstStyle/>
        <a:p>
          <a:endParaRPr lang="en-US"/>
        </a:p>
      </dgm:t>
    </dgm:pt>
    <dgm:pt modelId="{E692296E-4832-487C-8E43-65A79E57708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Pathfinding does not account for elevation, construction zones, or temporary closures.</a:t>
          </a:r>
        </a:p>
      </dgm:t>
    </dgm:pt>
    <dgm:pt modelId="{F61446F7-C52D-45F0-ACA8-5BE56236F6D0}" type="parTrans" cxnId="{FF00DC04-0344-49BD-BDD8-03F31644B8A0}">
      <dgm:prSet/>
      <dgm:spPr/>
      <dgm:t>
        <a:bodyPr/>
        <a:lstStyle/>
        <a:p>
          <a:endParaRPr lang="en-US"/>
        </a:p>
      </dgm:t>
    </dgm:pt>
    <dgm:pt modelId="{DF374DCA-5D3A-49D5-B1AB-34A23D397B1B}" type="sibTrans" cxnId="{FF00DC04-0344-49BD-BDD8-03F31644B8A0}">
      <dgm:prSet/>
      <dgm:spPr/>
      <dgm:t>
        <a:bodyPr/>
        <a:lstStyle/>
        <a:p>
          <a:endParaRPr lang="en-US"/>
        </a:p>
      </dgm:t>
    </dgm:pt>
    <dgm:pt modelId="{6A46A794-7228-48CA-9A59-57BC8A0BF6D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One-way street rules and turn restrictions handled only via static arc attributes; may miss complex routing logic.</a:t>
          </a:r>
        </a:p>
      </dgm:t>
    </dgm:pt>
    <dgm:pt modelId="{9C76009E-AEC0-4C00-9423-E5B60A0316FF}" type="parTrans" cxnId="{1BE3C87B-7245-43EC-AC16-4201A82EF88D}">
      <dgm:prSet/>
      <dgm:spPr/>
      <dgm:t>
        <a:bodyPr/>
        <a:lstStyle/>
        <a:p>
          <a:endParaRPr lang="en-GB"/>
        </a:p>
      </dgm:t>
    </dgm:pt>
    <dgm:pt modelId="{CE9D2860-80D7-47BD-935C-F79408278989}" type="sibTrans" cxnId="{1BE3C87B-7245-43EC-AC16-4201A82EF88D}">
      <dgm:prSet/>
      <dgm:spPr/>
      <dgm:t>
        <a:bodyPr/>
        <a:lstStyle/>
        <a:p>
          <a:endParaRPr lang="en-GB"/>
        </a:p>
      </dgm:t>
    </dgm:pt>
    <dgm:pt modelId="{7980291D-3422-4909-8AFB-EB49B0C875B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Time cost only reflects ideal car travel—unrealistic for other modes or conditions.</a:t>
          </a:r>
        </a:p>
      </dgm:t>
    </dgm:pt>
    <dgm:pt modelId="{9B655498-0CFA-44F9-9CCB-BBCB4DFF4588}" type="parTrans" cxnId="{68E045A6-BD25-44A3-AB07-355B4BAF59CB}">
      <dgm:prSet/>
      <dgm:spPr/>
      <dgm:t>
        <a:bodyPr/>
        <a:lstStyle/>
        <a:p>
          <a:endParaRPr lang="en-GB"/>
        </a:p>
      </dgm:t>
    </dgm:pt>
    <dgm:pt modelId="{67188612-FCF7-4B7A-8E59-7B724C432875}" type="sibTrans" cxnId="{68E045A6-BD25-44A3-AB07-355B4BAF59CB}">
      <dgm:prSet/>
      <dgm:spPr/>
      <dgm:t>
        <a:bodyPr/>
        <a:lstStyle/>
        <a:p>
          <a:endParaRPr lang="en-GB"/>
        </a:p>
      </dgm:t>
    </dgm:pt>
    <dgm:pt modelId="{80E8ECF6-94E2-41BA-A893-0FD70114B0A2}" type="pres">
      <dgm:prSet presAssocID="{45DF5A88-7D11-4FF5-AF6A-BB612884A1AC}" presName="root" presStyleCnt="0">
        <dgm:presLayoutVars>
          <dgm:dir/>
          <dgm:resizeHandles val="exact"/>
        </dgm:presLayoutVars>
      </dgm:prSet>
      <dgm:spPr/>
    </dgm:pt>
    <dgm:pt modelId="{AF656F3E-839D-49AB-8620-2E5EE49F897C}" type="pres">
      <dgm:prSet presAssocID="{BD5A7B62-333F-4F7F-BCF6-EBA5C45EFCBE}" presName="compNode" presStyleCnt="0"/>
      <dgm:spPr/>
    </dgm:pt>
    <dgm:pt modelId="{6AC0EECF-93E1-4540-A277-D7234FDE3CA1}" type="pres">
      <dgm:prSet presAssocID="{BD5A7B62-333F-4F7F-BCF6-EBA5C45EFCBE}" presName="bgRect" presStyleLbl="bgShp" presStyleIdx="0" presStyleCnt="6"/>
      <dgm:spPr>
        <a:noFill/>
      </dgm:spPr>
    </dgm:pt>
    <dgm:pt modelId="{6FF7B2A9-ECAE-4923-8A94-918568E55692}" type="pres">
      <dgm:prSet presAssocID="{BD5A7B62-333F-4F7F-BCF6-EBA5C45EFCBE}" presName="iconRect" presStyleLbl="node1" presStyleIdx="0" presStyleCnt="6"/>
      <dgm:spPr>
        <a:blipFill>
          <a:blip xmlns:r="http://schemas.openxmlformats.org/officeDocument/2006/relationships" r:embed="rId1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ute zwei Stecknadeln mit Weg mit einfarbiger Füllung"/>
        </a:ext>
      </dgm:extLst>
    </dgm:pt>
    <dgm:pt modelId="{76D8DD6E-6DDE-4E90-A6D3-8C62035447EB}" type="pres">
      <dgm:prSet presAssocID="{BD5A7B62-333F-4F7F-BCF6-EBA5C45EFCBE}" presName="spaceRect" presStyleCnt="0"/>
      <dgm:spPr/>
    </dgm:pt>
    <dgm:pt modelId="{CAE976F3-CA7B-4B35-83FA-F76A2F2703D9}" type="pres">
      <dgm:prSet presAssocID="{BD5A7B62-333F-4F7F-BCF6-EBA5C45EFCBE}" presName="parTx" presStyleLbl="revTx" presStyleIdx="0" presStyleCnt="6">
        <dgm:presLayoutVars>
          <dgm:chMax val="0"/>
          <dgm:chPref val="0"/>
        </dgm:presLayoutVars>
      </dgm:prSet>
      <dgm:spPr/>
    </dgm:pt>
    <dgm:pt modelId="{B157E92F-C59B-41A3-AC2C-4B31246A2101}" type="pres">
      <dgm:prSet presAssocID="{CE025DED-3DAA-4CF8-A836-A364A467BABF}" presName="sibTrans" presStyleCnt="0"/>
      <dgm:spPr/>
    </dgm:pt>
    <dgm:pt modelId="{9557CB4D-CAD4-436A-B258-D04E461AB4F2}" type="pres">
      <dgm:prSet presAssocID="{BA72C01E-CA5F-46D4-BFFD-7BEFA0D5C1AE}" presName="compNode" presStyleCnt="0"/>
      <dgm:spPr/>
    </dgm:pt>
    <dgm:pt modelId="{9036B167-F1E4-4027-9798-96F38FD6962F}" type="pres">
      <dgm:prSet presAssocID="{BA72C01E-CA5F-46D4-BFFD-7BEFA0D5C1AE}" presName="bgRect" presStyleLbl="bgShp" presStyleIdx="1" presStyleCnt="6"/>
      <dgm:spPr>
        <a:noFill/>
      </dgm:spPr>
    </dgm:pt>
    <dgm:pt modelId="{8D451EF7-460D-46A4-A271-E96897E51A72}" type="pres">
      <dgm:prSet presAssocID="{BA72C01E-CA5F-46D4-BFFD-7BEFA0D5C1AE}" presName="iconRect" presStyleLbl="node1" presStyleIdx="1" presStyleCnt="6"/>
      <dgm:spPr>
        <a:blipFill>
          <a:blip xmlns:r="http://schemas.openxmlformats.org/officeDocument/2006/relationships" r:embed="rId3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ffic Light"/>
        </a:ext>
      </dgm:extLst>
    </dgm:pt>
    <dgm:pt modelId="{92A7FBA4-8269-42FC-A080-4CEBA62AABAC}" type="pres">
      <dgm:prSet presAssocID="{BA72C01E-CA5F-46D4-BFFD-7BEFA0D5C1AE}" presName="spaceRect" presStyleCnt="0"/>
      <dgm:spPr/>
    </dgm:pt>
    <dgm:pt modelId="{57C1C074-212C-4B88-A262-DE4C7BB4416A}" type="pres">
      <dgm:prSet presAssocID="{BA72C01E-CA5F-46D4-BFFD-7BEFA0D5C1AE}" presName="parTx" presStyleLbl="revTx" presStyleIdx="1" presStyleCnt="6">
        <dgm:presLayoutVars>
          <dgm:chMax val="0"/>
          <dgm:chPref val="0"/>
        </dgm:presLayoutVars>
      </dgm:prSet>
      <dgm:spPr/>
    </dgm:pt>
    <dgm:pt modelId="{B3017097-AA53-472F-A7C0-62774086D431}" type="pres">
      <dgm:prSet presAssocID="{A8E9B162-B724-4E1D-9DE0-30148B399D52}" presName="sibTrans" presStyleCnt="0"/>
      <dgm:spPr/>
    </dgm:pt>
    <dgm:pt modelId="{28A3A1AF-BCC5-429E-B49E-073764237965}" type="pres">
      <dgm:prSet presAssocID="{6A46A794-7228-48CA-9A59-57BC8A0BF6DC}" presName="compNode" presStyleCnt="0"/>
      <dgm:spPr/>
    </dgm:pt>
    <dgm:pt modelId="{1E797683-A8A6-43E8-A048-1D6072185623}" type="pres">
      <dgm:prSet presAssocID="{6A46A794-7228-48CA-9A59-57BC8A0BF6DC}" presName="bgRect" presStyleLbl="bgShp" presStyleIdx="2" presStyleCnt="6"/>
      <dgm:spPr>
        <a:noFill/>
      </dgm:spPr>
    </dgm:pt>
    <dgm:pt modelId="{351AAE6A-DA6E-4153-9D7C-4FF6A1C5F5A5}" type="pres">
      <dgm:prSet presAssocID="{6A46A794-7228-48CA-9A59-57BC8A0BF6DC}" presName="iconRect" presStyleLbl="node1" presStyleIdx="2" presStyleCnt="6"/>
      <dgm:spPr>
        <a:blipFill>
          <a:blip xmlns:r="http://schemas.openxmlformats.org/officeDocument/2006/relationships" r:embed="rId5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orbidden"/>
        </a:ext>
      </dgm:extLst>
    </dgm:pt>
    <dgm:pt modelId="{66BC5BCC-5369-4BE2-9C99-B2F91E254202}" type="pres">
      <dgm:prSet presAssocID="{6A46A794-7228-48CA-9A59-57BC8A0BF6DC}" presName="spaceRect" presStyleCnt="0"/>
      <dgm:spPr/>
    </dgm:pt>
    <dgm:pt modelId="{C21AF78E-FBE0-4436-8687-D397667E6407}" type="pres">
      <dgm:prSet presAssocID="{6A46A794-7228-48CA-9A59-57BC8A0BF6DC}" presName="parTx" presStyleLbl="revTx" presStyleIdx="2" presStyleCnt="6">
        <dgm:presLayoutVars>
          <dgm:chMax val="0"/>
          <dgm:chPref val="0"/>
        </dgm:presLayoutVars>
      </dgm:prSet>
      <dgm:spPr/>
    </dgm:pt>
    <dgm:pt modelId="{F30CF36E-5697-44EB-A74C-23A7F7E08BB7}" type="pres">
      <dgm:prSet presAssocID="{CE9D2860-80D7-47BD-935C-F79408278989}" presName="sibTrans" presStyleCnt="0"/>
      <dgm:spPr/>
    </dgm:pt>
    <dgm:pt modelId="{94191A93-9D89-4315-813B-ECFB4567D50B}" type="pres">
      <dgm:prSet presAssocID="{263EC83D-646B-4F5C-801F-24A12C8D719B}" presName="compNode" presStyleCnt="0"/>
      <dgm:spPr/>
    </dgm:pt>
    <dgm:pt modelId="{511E6144-7DBC-4C5F-BAF1-40FD8AA639DF}" type="pres">
      <dgm:prSet presAssocID="{263EC83D-646B-4F5C-801F-24A12C8D719B}" presName="bgRect" presStyleLbl="bgShp" presStyleIdx="3" presStyleCnt="6"/>
      <dgm:spPr>
        <a:noFill/>
      </dgm:spPr>
    </dgm:pt>
    <dgm:pt modelId="{963BEFC9-3A94-4E01-8344-3DAD6C04A75C}" type="pres">
      <dgm:prSet presAssocID="{263EC83D-646B-4F5C-801F-24A12C8D719B}" presName="iconRect" presStyleLbl="node1" presStyleIdx="3" presStyleCnt="6"/>
      <dgm:spPr>
        <a:blipFill>
          <a:blip xmlns:r="http://schemas.openxmlformats.org/officeDocument/2006/relationships" r:embed="rId7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iederholen mit einfarbiger Füllung"/>
        </a:ext>
      </dgm:extLst>
    </dgm:pt>
    <dgm:pt modelId="{A0B57BDE-A90B-4999-9D86-11F7D6D06356}" type="pres">
      <dgm:prSet presAssocID="{263EC83D-646B-4F5C-801F-24A12C8D719B}" presName="spaceRect" presStyleCnt="0"/>
      <dgm:spPr/>
    </dgm:pt>
    <dgm:pt modelId="{C7E86B0B-7630-471A-9E64-636B9DDA8AA1}" type="pres">
      <dgm:prSet presAssocID="{263EC83D-646B-4F5C-801F-24A12C8D719B}" presName="parTx" presStyleLbl="revTx" presStyleIdx="3" presStyleCnt="6">
        <dgm:presLayoutVars>
          <dgm:chMax val="0"/>
          <dgm:chPref val="0"/>
        </dgm:presLayoutVars>
      </dgm:prSet>
      <dgm:spPr/>
    </dgm:pt>
    <dgm:pt modelId="{55FFFFC3-18D9-46F8-8793-EE3CB2D6B159}" type="pres">
      <dgm:prSet presAssocID="{454F25F0-5681-4A11-8C2E-CB32F04C3959}" presName="sibTrans" presStyleCnt="0"/>
      <dgm:spPr/>
    </dgm:pt>
    <dgm:pt modelId="{81662FFA-65EF-4FB9-B18A-B9E1516EEC34}" type="pres">
      <dgm:prSet presAssocID="{E692296E-4832-487C-8E43-65A79E577089}" presName="compNode" presStyleCnt="0"/>
      <dgm:spPr/>
    </dgm:pt>
    <dgm:pt modelId="{6E5AD9A9-D2B7-4F2D-B49A-1463FB4BA175}" type="pres">
      <dgm:prSet presAssocID="{E692296E-4832-487C-8E43-65A79E577089}" presName="bgRect" presStyleLbl="bgShp" presStyleIdx="4" presStyleCnt="6"/>
      <dgm:spPr>
        <a:noFill/>
      </dgm:spPr>
    </dgm:pt>
    <dgm:pt modelId="{7B6FDC80-ED80-4C26-987C-A33F2837B8B6}" type="pres">
      <dgm:prSet presAssocID="{E692296E-4832-487C-8E43-65A79E577089}" presName="iconRect" presStyleLbl="node1" presStyleIdx="4" presStyleCnt="6"/>
      <dgm:spPr>
        <a:blipFill>
          <a:blip xmlns:r="http://schemas.openxmlformats.org/officeDocument/2006/relationships" r:embed="rId9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ubarrikade mit einfarbiger Füllung"/>
        </a:ext>
      </dgm:extLst>
    </dgm:pt>
    <dgm:pt modelId="{0F6EC932-DF0F-47A6-84DB-1CD95D9CAA4E}" type="pres">
      <dgm:prSet presAssocID="{E692296E-4832-487C-8E43-65A79E577089}" presName="spaceRect" presStyleCnt="0"/>
      <dgm:spPr/>
    </dgm:pt>
    <dgm:pt modelId="{67B7696C-70E2-4CC5-B91F-70C537AF7D52}" type="pres">
      <dgm:prSet presAssocID="{E692296E-4832-487C-8E43-65A79E577089}" presName="parTx" presStyleLbl="revTx" presStyleIdx="4" presStyleCnt="6">
        <dgm:presLayoutVars>
          <dgm:chMax val="0"/>
          <dgm:chPref val="0"/>
        </dgm:presLayoutVars>
      </dgm:prSet>
      <dgm:spPr/>
    </dgm:pt>
    <dgm:pt modelId="{E846EB9F-FE39-4AE7-86BE-A5E929C31825}" type="pres">
      <dgm:prSet presAssocID="{DF374DCA-5D3A-49D5-B1AB-34A23D397B1B}" presName="sibTrans" presStyleCnt="0"/>
      <dgm:spPr/>
    </dgm:pt>
    <dgm:pt modelId="{8CE8DEE8-8B79-4083-AC8B-80D5FB4BCCE9}" type="pres">
      <dgm:prSet presAssocID="{7980291D-3422-4909-8AFB-EB49B0C875B3}" presName="compNode" presStyleCnt="0"/>
      <dgm:spPr/>
    </dgm:pt>
    <dgm:pt modelId="{DDFA906A-E3DF-49B2-9718-37AE57CDB8CD}" type="pres">
      <dgm:prSet presAssocID="{7980291D-3422-4909-8AFB-EB49B0C875B3}" presName="bgRect" presStyleLbl="bgShp" presStyleIdx="5" presStyleCnt="6"/>
      <dgm:spPr>
        <a:noFill/>
      </dgm:spPr>
    </dgm:pt>
    <dgm:pt modelId="{6FD0336B-F0A9-4399-8AE8-E9D89C0DFD74}" type="pres">
      <dgm:prSet presAssocID="{7980291D-3422-4909-8AFB-EB49B0C875B3}" presName="iconRect" presStyleLbl="node1" presStyleIdx="5" presStyleCnt="6"/>
      <dgm:spPr>
        <a:blipFill>
          <a:blip xmlns:r="http://schemas.openxmlformats.org/officeDocument/2006/relationships" r:embed="rId11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uto mit einfarbiger Füllung"/>
        </a:ext>
      </dgm:extLst>
    </dgm:pt>
    <dgm:pt modelId="{38BEBD7C-68C5-4EF8-8BF5-2BA6E9C75579}" type="pres">
      <dgm:prSet presAssocID="{7980291D-3422-4909-8AFB-EB49B0C875B3}" presName="spaceRect" presStyleCnt="0"/>
      <dgm:spPr/>
    </dgm:pt>
    <dgm:pt modelId="{DC3EAC7C-ACC4-455A-B426-541C5E86CBB8}" type="pres">
      <dgm:prSet presAssocID="{7980291D-3422-4909-8AFB-EB49B0C875B3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FF00DC04-0344-49BD-BDD8-03F31644B8A0}" srcId="{45DF5A88-7D11-4FF5-AF6A-BB612884A1AC}" destId="{E692296E-4832-487C-8E43-65A79E577089}" srcOrd="4" destOrd="0" parTransId="{F61446F7-C52D-45F0-ACA8-5BE56236F6D0}" sibTransId="{DF374DCA-5D3A-49D5-B1AB-34A23D397B1B}"/>
    <dgm:cxn modelId="{38B7CA1D-30B9-4999-BF0A-8A5B160D2511}" type="presOf" srcId="{263EC83D-646B-4F5C-801F-24A12C8D719B}" destId="{C7E86B0B-7630-471A-9E64-636B9DDA8AA1}" srcOrd="0" destOrd="0" presId="urn:microsoft.com/office/officeart/2018/2/layout/IconVerticalSolidList"/>
    <dgm:cxn modelId="{3C658C22-1245-472A-A079-642D9208F46B}" srcId="{45DF5A88-7D11-4FF5-AF6A-BB612884A1AC}" destId="{BD5A7B62-333F-4F7F-BCF6-EBA5C45EFCBE}" srcOrd="0" destOrd="0" parTransId="{C6F35DC0-E58E-4FDD-921C-7BCD88E27845}" sibTransId="{CE025DED-3DAA-4CF8-A836-A364A467BABF}"/>
    <dgm:cxn modelId="{7FB38164-3A8C-44E7-AAB1-073303AE1B96}" type="presOf" srcId="{6A46A794-7228-48CA-9A59-57BC8A0BF6DC}" destId="{C21AF78E-FBE0-4436-8687-D397667E6407}" srcOrd="0" destOrd="0" presId="urn:microsoft.com/office/officeart/2018/2/layout/IconVerticalSolidList"/>
    <dgm:cxn modelId="{AE98016E-2EEE-49E9-848C-06D1BFBB343B}" srcId="{45DF5A88-7D11-4FF5-AF6A-BB612884A1AC}" destId="{263EC83D-646B-4F5C-801F-24A12C8D719B}" srcOrd="3" destOrd="0" parTransId="{CBF8F5BE-7634-46BD-946D-99198EA146AB}" sibTransId="{454F25F0-5681-4A11-8C2E-CB32F04C3959}"/>
    <dgm:cxn modelId="{70B76473-D5AB-472A-BDFA-86254664E062}" type="presOf" srcId="{BD5A7B62-333F-4F7F-BCF6-EBA5C45EFCBE}" destId="{CAE976F3-CA7B-4B35-83FA-F76A2F2703D9}" srcOrd="0" destOrd="0" presId="urn:microsoft.com/office/officeart/2018/2/layout/IconVerticalSolidList"/>
    <dgm:cxn modelId="{04C22B78-2798-46E2-8DFA-29E2759ED972}" type="presOf" srcId="{BA72C01E-CA5F-46D4-BFFD-7BEFA0D5C1AE}" destId="{57C1C074-212C-4B88-A262-DE4C7BB4416A}" srcOrd="0" destOrd="0" presId="urn:microsoft.com/office/officeart/2018/2/layout/IconVerticalSolidList"/>
    <dgm:cxn modelId="{C06CCB78-329A-4FD7-9A29-524ACD19227E}" type="presOf" srcId="{E692296E-4832-487C-8E43-65A79E577089}" destId="{67B7696C-70E2-4CC5-B91F-70C537AF7D52}" srcOrd="0" destOrd="0" presId="urn:microsoft.com/office/officeart/2018/2/layout/IconVerticalSolidList"/>
    <dgm:cxn modelId="{1BE3C87B-7245-43EC-AC16-4201A82EF88D}" srcId="{45DF5A88-7D11-4FF5-AF6A-BB612884A1AC}" destId="{6A46A794-7228-48CA-9A59-57BC8A0BF6DC}" srcOrd="2" destOrd="0" parTransId="{9C76009E-AEC0-4C00-9423-E5B60A0316FF}" sibTransId="{CE9D2860-80D7-47BD-935C-F79408278989}"/>
    <dgm:cxn modelId="{9493B099-169A-4ECA-8F7F-0B9584517D4E}" type="presOf" srcId="{7980291D-3422-4909-8AFB-EB49B0C875B3}" destId="{DC3EAC7C-ACC4-455A-B426-541C5E86CBB8}" srcOrd="0" destOrd="0" presId="urn:microsoft.com/office/officeart/2018/2/layout/IconVerticalSolidList"/>
    <dgm:cxn modelId="{68E045A6-BD25-44A3-AB07-355B4BAF59CB}" srcId="{45DF5A88-7D11-4FF5-AF6A-BB612884A1AC}" destId="{7980291D-3422-4909-8AFB-EB49B0C875B3}" srcOrd="5" destOrd="0" parTransId="{9B655498-0CFA-44F9-9CCB-BBCB4DFF4588}" sibTransId="{67188612-FCF7-4B7A-8E59-7B724C432875}"/>
    <dgm:cxn modelId="{35927BB1-F083-4081-B2D9-0AE9D24353FC}" srcId="{45DF5A88-7D11-4FF5-AF6A-BB612884A1AC}" destId="{BA72C01E-CA5F-46D4-BFFD-7BEFA0D5C1AE}" srcOrd="1" destOrd="0" parTransId="{705E77D9-89E8-4243-B5A3-2D696905C4C2}" sibTransId="{A8E9B162-B724-4E1D-9DE0-30148B399D52}"/>
    <dgm:cxn modelId="{8FA027F5-E40D-428F-8B8C-E5361ABB3EEF}" type="presOf" srcId="{45DF5A88-7D11-4FF5-AF6A-BB612884A1AC}" destId="{80E8ECF6-94E2-41BA-A893-0FD70114B0A2}" srcOrd="0" destOrd="0" presId="urn:microsoft.com/office/officeart/2018/2/layout/IconVerticalSolidList"/>
    <dgm:cxn modelId="{FA0244F8-C927-4BE3-8023-5E7A58770359}" type="presParOf" srcId="{80E8ECF6-94E2-41BA-A893-0FD70114B0A2}" destId="{AF656F3E-839D-49AB-8620-2E5EE49F897C}" srcOrd="0" destOrd="0" presId="urn:microsoft.com/office/officeart/2018/2/layout/IconVerticalSolidList"/>
    <dgm:cxn modelId="{60BB138A-40E1-40B7-8964-8AC655D873B3}" type="presParOf" srcId="{AF656F3E-839D-49AB-8620-2E5EE49F897C}" destId="{6AC0EECF-93E1-4540-A277-D7234FDE3CA1}" srcOrd="0" destOrd="0" presId="urn:microsoft.com/office/officeart/2018/2/layout/IconVerticalSolidList"/>
    <dgm:cxn modelId="{0BD0C108-B6E8-4699-B681-0B0A07D3AB81}" type="presParOf" srcId="{AF656F3E-839D-49AB-8620-2E5EE49F897C}" destId="{6FF7B2A9-ECAE-4923-8A94-918568E55692}" srcOrd="1" destOrd="0" presId="urn:microsoft.com/office/officeart/2018/2/layout/IconVerticalSolidList"/>
    <dgm:cxn modelId="{0172A090-5910-43D3-AB81-E4F5848D5A0E}" type="presParOf" srcId="{AF656F3E-839D-49AB-8620-2E5EE49F897C}" destId="{76D8DD6E-6DDE-4E90-A6D3-8C62035447EB}" srcOrd="2" destOrd="0" presId="urn:microsoft.com/office/officeart/2018/2/layout/IconVerticalSolidList"/>
    <dgm:cxn modelId="{9B1EFF33-7BF8-4160-83F9-ABC496647A7B}" type="presParOf" srcId="{AF656F3E-839D-49AB-8620-2E5EE49F897C}" destId="{CAE976F3-CA7B-4B35-83FA-F76A2F2703D9}" srcOrd="3" destOrd="0" presId="urn:microsoft.com/office/officeart/2018/2/layout/IconVerticalSolidList"/>
    <dgm:cxn modelId="{9A01E16F-4F36-4320-BFD7-DDD1E3EB5413}" type="presParOf" srcId="{80E8ECF6-94E2-41BA-A893-0FD70114B0A2}" destId="{B157E92F-C59B-41A3-AC2C-4B31246A2101}" srcOrd="1" destOrd="0" presId="urn:microsoft.com/office/officeart/2018/2/layout/IconVerticalSolidList"/>
    <dgm:cxn modelId="{5DFB55A3-F476-46CF-AC4F-C9F46FB92809}" type="presParOf" srcId="{80E8ECF6-94E2-41BA-A893-0FD70114B0A2}" destId="{9557CB4D-CAD4-436A-B258-D04E461AB4F2}" srcOrd="2" destOrd="0" presId="urn:microsoft.com/office/officeart/2018/2/layout/IconVerticalSolidList"/>
    <dgm:cxn modelId="{5292F005-BE5A-4F6B-9918-AD6BA79CB18A}" type="presParOf" srcId="{9557CB4D-CAD4-436A-B258-D04E461AB4F2}" destId="{9036B167-F1E4-4027-9798-96F38FD6962F}" srcOrd="0" destOrd="0" presId="urn:microsoft.com/office/officeart/2018/2/layout/IconVerticalSolidList"/>
    <dgm:cxn modelId="{23628C73-6257-401E-A7C3-88D43A2A554D}" type="presParOf" srcId="{9557CB4D-CAD4-436A-B258-D04E461AB4F2}" destId="{8D451EF7-460D-46A4-A271-E96897E51A72}" srcOrd="1" destOrd="0" presId="urn:microsoft.com/office/officeart/2018/2/layout/IconVerticalSolidList"/>
    <dgm:cxn modelId="{E543691D-E138-442C-8526-0C5E4A72B473}" type="presParOf" srcId="{9557CB4D-CAD4-436A-B258-D04E461AB4F2}" destId="{92A7FBA4-8269-42FC-A080-4CEBA62AABAC}" srcOrd="2" destOrd="0" presId="urn:microsoft.com/office/officeart/2018/2/layout/IconVerticalSolidList"/>
    <dgm:cxn modelId="{EB3485DD-0BE5-48E2-8913-E78C0255B478}" type="presParOf" srcId="{9557CB4D-CAD4-436A-B258-D04E461AB4F2}" destId="{57C1C074-212C-4B88-A262-DE4C7BB4416A}" srcOrd="3" destOrd="0" presId="urn:microsoft.com/office/officeart/2018/2/layout/IconVerticalSolidList"/>
    <dgm:cxn modelId="{E26862D8-F139-42E0-B932-324818CC4426}" type="presParOf" srcId="{80E8ECF6-94E2-41BA-A893-0FD70114B0A2}" destId="{B3017097-AA53-472F-A7C0-62774086D431}" srcOrd="3" destOrd="0" presId="urn:microsoft.com/office/officeart/2018/2/layout/IconVerticalSolidList"/>
    <dgm:cxn modelId="{0A5CCFF8-C7F6-4754-98CB-F5845D1F85D5}" type="presParOf" srcId="{80E8ECF6-94E2-41BA-A893-0FD70114B0A2}" destId="{28A3A1AF-BCC5-429E-B49E-073764237965}" srcOrd="4" destOrd="0" presId="urn:microsoft.com/office/officeart/2018/2/layout/IconVerticalSolidList"/>
    <dgm:cxn modelId="{F571AC64-6605-40F6-A809-3600F4BE2DD1}" type="presParOf" srcId="{28A3A1AF-BCC5-429E-B49E-073764237965}" destId="{1E797683-A8A6-43E8-A048-1D6072185623}" srcOrd="0" destOrd="0" presId="urn:microsoft.com/office/officeart/2018/2/layout/IconVerticalSolidList"/>
    <dgm:cxn modelId="{128A7F73-9D07-4A08-9377-9342FFB6F6B7}" type="presParOf" srcId="{28A3A1AF-BCC5-429E-B49E-073764237965}" destId="{351AAE6A-DA6E-4153-9D7C-4FF6A1C5F5A5}" srcOrd="1" destOrd="0" presId="urn:microsoft.com/office/officeart/2018/2/layout/IconVerticalSolidList"/>
    <dgm:cxn modelId="{3596DB27-8484-4F58-9E11-0834464EEECF}" type="presParOf" srcId="{28A3A1AF-BCC5-429E-B49E-073764237965}" destId="{66BC5BCC-5369-4BE2-9C99-B2F91E254202}" srcOrd="2" destOrd="0" presId="urn:microsoft.com/office/officeart/2018/2/layout/IconVerticalSolidList"/>
    <dgm:cxn modelId="{1B520EDA-C13F-44C2-86B3-49D8795CE0CE}" type="presParOf" srcId="{28A3A1AF-BCC5-429E-B49E-073764237965}" destId="{C21AF78E-FBE0-4436-8687-D397667E6407}" srcOrd="3" destOrd="0" presId="urn:microsoft.com/office/officeart/2018/2/layout/IconVerticalSolidList"/>
    <dgm:cxn modelId="{9FF0DC95-F2D3-4DA5-8BB0-50A27AEB020E}" type="presParOf" srcId="{80E8ECF6-94E2-41BA-A893-0FD70114B0A2}" destId="{F30CF36E-5697-44EB-A74C-23A7F7E08BB7}" srcOrd="5" destOrd="0" presId="urn:microsoft.com/office/officeart/2018/2/layout/IconVerticalSolidList"/>
    <dgm:cxn modelId="{095D3215-6ECB-49CB-9006-D7D2E7580A3A}" type="presParOf" srcId="{80E8ECF6-94E2-41BA-A893-0FD70114B0A2}" destId="{94191A93-9D89-4315-813B-ECFB4567D50B}" srcOrd="6" destOrd="0" presId="urn:microsoft.com/office/officeart/2018/2/layout/IconVerticalSolidList"/>
    <dgm:cxn modelId="{D81676F6-ADDA-45F4-B719-9B52077F92D1}" type="presParOf" srcId="{94191A93-9D89-4315-813B-ECFB4567D50B}" destId="{511E6144-7DBC-4C5F-BAF1-40FD8AA639DF}" srcOrd="0" destOrd="0" presId="urn:microsoft.com/office/officeart/2018/2/layout/IconVerticalSolidList"/>
    <dgm:cxn modelId="{55CA4B17-860C-43DF-BA61-965D0D0D134F}" type="presParOf" srcId="{94191A93-9D89-4315-813B-ECFB4567D50B}" destId="{963BEFC9-3A94-4E01-8344-3DAD6C04A75C}" srcOrd="1" destOrd="0" presId="urn:microsoft.com/office/officeart/2018/2/layout/IconVerticalSolidList"/>
    <dgm:cxn modelId="{B88182AA-2281-460F-9D19-12AF295980B2}" type="presParOf" srcId="{94191A93-9D89-4315-813B-ECFB4567D50B}" destId="{A0B57BDE-A90B-4999-9D86-11F7D6D06356}" srcOrd="2" destOrd="0" presId="urn:microsoft.com/office/officeart/2018/2/layout/IconVerticalSolidList"/>
    <dgm:cxn modelId="{7A0923FF-38BD-4A8C-91D6-CFBC303B58E8}" type="presParOf" srcId="{94191A93-9D89-4315-813B-ECFB4567D50B}" destId="{C7E86B0B-7630-471A-9E64-636B9DDA8AA1}" srcOrd="3" destOrd="0" presId="urn:microsoft.com/office/officeart/2018/2/layout/IconVerticalSolidList"/>
    <dgm:cxn modelId="{D8390892-1917-4308-AD5F-170966C4FC6B}" type="presParOf" srcId="{80E8ECF6-94E2-41BA-A893-0FD70114B0A2}" destId="{55FFFFC3-18D9-46F8-8793-EE3CB2D6B159}" srcOrd="7" destOrd="0" presId="urn:microsoft.com/office/officeart/2018/2/layout/IconVerticalSolidList"/>
    <dgm:cxn modelId="{CDFD6C7A-05F7-48A5-9187-D54B3F13A2F4}" type="presParOf" srcId="{80E8ECF6-94E2-41BA-A893-0FD70114B0A2}" destId="{81662FFA-65EF-4FB9-B18A-B9E1516EEC34}" srcOrd="8" destOrd="0" presId="urn:microsoft.com/office/officeart/2018/2/layout/IconVerticalSolidList"/>
    <dgm:cxn modelId="{2825333D-FF4E-4E33-B354-623203D5E3C7}" type="presParOf" srcId="{81662FFA-65EF-4FB9-B18A-B9E1516EEC34}" destId="{6E5AD9A9-D2B7-4F2D-B49A-1463FB4BA175}" srcOrd="0" destOrd="0" presId="urn:microsoft.com/office/officeart/2018/2/layout/IconVerticalSolidList"/>
    <dgm:cxn modelId="{6861961B-5F25-4727-A7AE-CAE6278DDEF5}" type="presParOf" srcId="{81662FFA-65EF-4FB9-B18A-B9E1516EEC34}" destId="{7B6FDC80-ED80-4C26-987C-A33F2837B8B6}" srcOrd="1" destOrd="0" presId="urn:microsoft.com/office/officeart/2018/2/layout/IconVerticalSolidList"/>
    <dgm:cxn modelId="{822D1311-2E87-4464-9512-5D78F5F194CA}" type="presParOf" srcId="{81662FFA-65EF-4FB9-B18A-B9E1516EEC34}" destId="{0F6EC932-DF0F-47A6-84DB-1CD95D9CAA4E}" srcOrd="2" destOrd="0" presId="urn:microsoft.com/office/officeart/2018/2/layout/IconVerticalSolidList"/>
    <dgm:cxn modelId="{B1C9E99E-4546-4F66-AC19-1C512B834E5A}" type="presParOf" srcId="{81662FFA-65EF-4FB9-B18A-B9E1516EEC34}" destId="{67B7696C-70E2-4CC5-B91F-70C537AF7D52}" srcOrd="3" destOrd="0" presId="urn:microsoft.com/office/officeart/2018/2/layout/IconVerticalSolidList"/>
    <dgm:cxn modelId="{77B7FD6F-11BD-4161-8AB6-3C936D00A17B}" type="presParOf" srcId="{80E8ECF6-94E2-41BA-A893-0FD70114B0A2}" destId="{E846EB9F-FE39-4AE7-86BE-A5E929C31825}" srcOrd="9" destOrd="0" presId="urn:microsoft.com/office/officeart/2018/2/layout/IconVerticalSolidList"/>
    <dgm:cxn modelId="{B1062404-59BA-449B-98B1-8A31D570E6B6}" type="presParOf" srcId="{80E8ECF6-94E2-41BA-A893-0FD70114B0A2}" destId="{8CE8DEE8-8B79-4083-AC8B-80D5FB4BCCE9}" srcOrd="10" destOrd="0" presId="urn:microsoft.com/office/officeart/2018/2/layout/IconVerticalSolidList"/>
    <dgm:cxn modelId="{EE4C728F-6CBD-4BB7-A6A6-1D02FFC29F73}" type="presParOf" srcId="{8CE8DEE8-8B79-4083-AC8B-80D5FB4BCCE9}" destId="{DDFA906A-E3DF-49B2-9718-37AE57CDB8CD}" srcOrd="0" destOrd="0" presId="urn:microsoft.com/office/officeart/2018/2/layout/IconVerticalSolidList"/>
    <dgm:cxn modelId="{A452E393-4053-4585-B9CB-F996767801C4}" type="presParOf" srcId="{8CE8DEE8-8B79-4083-AC8B-80D5FB4BCCE9}" destId="{6FD0336B-F0A9-4399-8AE8-E9D89C0DFD74}" srcOrd="1" destOrd="0" presId="urn:microsoft.com/office/officeart/2018/2/layout/IconVerticalSolidList"/>
    <dgm:cxn modelId="{84EE3C58-5EF4-41EB-9AEC-040F428A0040}" type="presParOf" srcId="{8CE8DEE8-8B79-4083-AC8B-80D5FB4BCCE9}" destId="{38BEBD7C-68C5-4EF8-8BF5-2BA6E9C75579}" srcOrd="2" destOrd="0" presId="urn:microsoft.com/office/officeart/2018/2/layout/IconVerticalSolidList"/>
    <dgm:cxn modelId="{5ED84192-3059-4D90-B876-14F5081FE127}" type="presParOf" srcId="{8CE8DEE8-8B79-4083-AC8B-80D5FB4BCCE9}" destId="{DC3EAC7C-ACC4-455A-B426-541C5E86CBB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C0EECF-93E1-4540-A277-D7234FDE3CA1}">
      <dsp:nvSpPr>
        <dsp:cNvPr id="0" name=""/>
        <dsp:cNvSpPr/>
      </dsp:nvSpPr>
      <dsp:spPr>
        <a:xfrm>
          <a:off x="0" y="3534"/>
          <a:ext cx="9941696" cy="752874"/>
        </a:xfrm>
        <a:prstGeom prst="roundRect">
          <a:avLst>
            <a:gd name="adj" fmla="val 10000"/>
          </a:avLst>
        </a:prstGeom>
        <a:noFill/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F7B2A9-ECAE-4923-8A94-918568E55692}">
      <dsp:nvSpPr>
        <dsp:cNvPr id="0" name=""/>
        <dsp:cNvSpPr/>
      </dsp:nvSpPr>
      <dsp:spPr>
        <a:xfrm>
          <a:off x="227744" y="172931"/>
          <a:ext cx="414080" cy="414080"/>
        </a:xfrm>
        <a:prstGeom prst="rect">
          <a:avLst/>
        </a:prstGeom>
        <a:blipFill>
          <a:blip xmlns:r="http://schemas.openxmlformats.org/officeDocument/2006/relationships" r:embed="rId1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E976F3-CA7B-4B35-83FA-F76A2F2703D9}">
      <dsp:nvSpPr>
        <dsp:cNvPr id="0" name=""/>
        <dsp:cNvSpPr/>
      </dsp:nvSpPr>
      <dsp:spPr>
        <a:xfrm>
          <a:off x="869569" y="3534"/>
          <a:ext cx="9072126" cy="7528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679" tIns="79679" rIns="79679" bIns="7967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900" b="0" i="0" kern="1200" baseline="0"/>
            <a:t>Routing task for the city of Graz</a:t>
          </a:r>
          <a:endParaRPr lang="en-US" sz="1900" kern="1200"/>
        </a:p>
      </dsp:txBody>
      <dsp:txXfrm>
        <a:off x="869569" y="3534"/>
        <a:ext cx="9072126" cy="752874"/>
      </dsp:txXfrm>
    </dsp:sp>
    <dsp:sp modelId="{9036B167-F1E4-4027-9798-96F38FD6962F}">
      <dsp:nvSpPr>
        <dsp:cNvPr id="0" name=""/>
        <dsp:cNvSpPr/>
      </dsp:nvSpPr>
      <dsp:spPr>
        <a:xfrm>
          <a:off x="0" y="944627"/>
          <a:ext cx="9941696" cy="752874"/>
        </a:xfrm>
        <a:prstGeom prst="roundRect">
          <a:avLst>
            <a:gd name="adj" fmla="val 10000"/>
          </a:avLst>
        </a:prstGeom>
        <a:noFill/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451EF7-460D-46A4-A271-E96897E51A72}">
      <dsp:nvSpPr>
        <dsp:cNvPr id="0" name=""/>
        <dsp:cNvSpPr/>
      </dsp:nvSpPr>
      <dsp:spPr>
        <a:xfrm>
          <a:off x="227744" y="1114024"/>
          <a:ext cx="414080" cy="414080"/>
        </a:xfrm>
        <a:prstGeom prst="rect">
          <a:avLst/>
        </a:prstGeom>
        <a:blipFill>
          <a:blip xmlns:r="http://schemas.openxmlformats.org/officeDocument/2006/relationships" r:embed="rId3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C1C074-212C-4B88-A262-DE4C7BB4416A}">
      <dsp:nvSpPr>
        <dsp:cNvPr id="0" name=""/>
        <dsp:cNvSpPr/>
      </dsp:nvSpPr>
      <dsp:spPr>
        <a:xfrm>
          <a:off x="869569" y="944627"/>
          <a:ext cx="9072126" cy="7528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679" tIns="79679" rIns="79679" bIns="7967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900" b="0" i="0" kern="1200" baseline="0"/>
            <a:t>Start node chosen as nearest to our home coordinates</a:t>
          </a:r>
          <a:endParaRPr lang="en-US" sz="1900" kern="1200"/>
        </a:p>
      </dsp:txBody>
      <dsp:txXfrm>
        <a:off x="869569" y="944627"/>
        <a:ext cx="9072126" cy="752874"/>
      </dsp:txXfrm>
    </dsp:sp>
    <dsp:sp modelId="{511E6144-7DBC-4C5F-BAF1-40FD8AA639DF}">
      <dsp:nvSpPr>
        <dsp:cNvPr id="0" name=""/>
        <dsp:cNvSpPr/>
      </dsp:nvSpPr>
      <dsp:spPr>
        <a:xfrm>
          <a:off x="0" y="1885720"/>
          <a:ext cx="9941696" cy="752874"/>
        </a:xfrm>
        <a:prstGeom prst="roundRect">
          <a:avLst>
            <a:gd name="adj" fmla="val 10000"/>
          </a:avLst>
        </a:prstGeom>
        <a:noFill/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3BEFC9-3A94-4E01-8344-3DAD6C04A75C}">
      <dsp:nvSpPr>
        <dsp:cNvPr id="0" name=""/>
        <dsp:cNvSpPr/>
      </dsp:nvSpPr>
      <dsp:spPr>
        <a:xfrm>
          <a:off x="227744" y="2055117"/>
          <a:ext cx="414080" cy="414080"/>
        </a:xfrm>
        <a:prstGeom prst="rect">
          <a:avLst/>
        </a:prstGeom>
        <a:blipFill>
          <a:blip xmlns:r="http://schemas.openxmlformats.org/officeDocument/2006/relationships" r:embed="rId5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E86B0B-7630-471A-9E64-636B9DDA8AA1}">
      <dsp:nvSpPr>
        <dsp:cNvPr id="0" name=""/>
        <dsp:cNvSpPr/>
      </dsp:nvSpPr>
      <dsp:spPr>
        <a:xfrm>
          <a:off x="869569" y="1885720"/>
          <a:ext cx="9072126" cy="7528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679" tIns="79679" rIns="79679" bIns="7967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900" b="0" i="0" kern="1200" baseline="0"/>
            <a:t>Compute routes to three landmarks</a:t>
          </a:r>
          <a:endParaRPr lang="en-US" sz="1900" kern="1200"/>
        </a:p>
      </dsp:txBody>
      <dsp:txXfrm>
        <a:off x="869569" y="1885720"/>
        <a:ext cx="9072126" cy="752874"/>
      </dsp:txXfrm>
    </dsp:sp>
    <dsp:sp modelId="{6E5AD9A9-D2B7-4F2D-B49A-1463FB4BA175}">
      <dsp:nvSpPr>
        <dsp:cNvPr id="0" name=""/>
        <dsp:cNvSpPr/>
      </dsp:nvSpPr>
      <dsp:spPr>
        <a:xfrm>
          <a:off x="0" y="2826813"/>
          <a:ext cx="9941696" cy="752874"/>
        </a:xfrm>
        <a:prstGeom prst="roundRect">
          <a:avLst>
            <a:gd name="adj" fmla="val 10000"/>
          </a:avLst>
        </a:prstGeom>
        <a:noFill/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6FDC80-ED80-4C26-987C-A33F2837B8B6}">
      <dsp:nvSpPr>
        <dsp:cNvPr id="0" name=""/>
        <dsp:cNvSpPr/>
      </dsp:nvSpPr>
      <dsp:spPr>
        <a:xfrm>
          <a:off x="227744" y="2996209"/>
          <a:ext cx="414080" cy="414080"/>
        </a:xfrm>
        <a:prstGeom prst="rect">
          <a:avLst/>
        </a:prstGeom>
        <a:blipFill>
          <a:blip xmlns:r="http://schemas.openxmlformats.org/officeDocument/2006/relationships" r:embed="rId7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B7696C-70E2-4CC5-B91F-70C537AF7D52}">
      <dsp:nvSpPr>
        <dsp:cNvPr id="0" name=""/>
        <dsp:cNvSpPr/>
      </dsp:nvSpPr>
      <dsp:spPr>
        <a:xfrm>
          <a:off x="869569" y="2826813"/>
          <a:ext cx="9072126" cy="7528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679" tIns="79679" rIns="79679" bIns="7967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900" b="0" i="0" kern="1200" baseline="0"/>
            <a:t>Evaluate distance and time as cost functions</a:t>
          </a:r>
          <a:endParaRPr lang="en-US" sz="1900" kern="1200"/>
        </a:p>
      </dsp:txBody>
      <dsp:txXfrm>
        <a:off x="869569" y="2826813"/>
        <a:ext cx="9072126" cy="752874"/>
      </dsp:txXfrm>
    </dsp:sp>
    <dsp:sp modelId="{9CC3A50F-8675-49B4-8144-C7F101B9B1E4}">
      <dsp:nvSpPr>
        <dsp:cNvPr id="0" name=""/>
        <dsp:cNvSpPr/>
      </dsp:nvSpPr>
      <dsp:spPr>
        <a:xfrm>
          <a:off x="0" y="3767906"/>
          <a:ext cx="9941696" cy="752874"/>
        </a:xfrm>
        <a:prstGeom prst="roundRect">
          <a:avLst>
            <a:gd name="adj" fmla="val 10000"/>
          </a:avLst>
        </a:prstGeom>
        <a:noFill/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ED7305-8AC2-4528-9BE1-ABDDC121FA59}">
      <dsp:nvSpPr>
        <dsp:cNvPr id="0" name=""/>
        <dsp:cNvSpPr/>
      </dsp:nvSpPr>
      <dsp:spPr>
        <a:xfrm>
          <a:off x="227744" y="3937302"/>
          <a:ext cx="414080" cy="414080"/>
        </a:xfrm>
        <a:prstGeom prst="rect">
          <a:avLst/>
        </a:prstGeom>
        <a:blipFill>
          <a:blip xmlns:r="http://schemas.openxmlformats.org/officeDocument/2006/relationships" r:embed="rId9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DC5F9E-E61F-4377-BDFC-2B5A445507C6}">
      <dsp:nvSpPr>
        <dsp:cNvPr id="0" name=""/>
        <dsp:cNvSpPr/>
      </dsp:nvSpPr>
      <dsp:spPr>
        <a:xfrm>
          <a:off x="869569" y="3767906"/>
          <a:ext cx="9072126" cy="7528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679" tIns="79679" rIns="79679" bIns="7967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900" kern="1200"/>
            <a:t>Compare Dijkstra and A* (distance as cost function)</a:t>
          </a:r>
          <a:endParaRPr lang="en-US" sz="1900" kern="1200"/>
        </a:p>
      </dsp:txBody>
      <dsp:txXfrm>
        <a:off x="869569" y="3767906"/>
        <a:ext cx="9072126" cy="75287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884FE7-F16E-412C-841B-C8D021F1D6E5}">
      <dsp:nvSpPr>
        <dsp:cNvPr id="0" name=""/>
        <dsp:cNvSpPr/>
      </dsp:nvSpPr>
      <dsp:spPr>
        <a:xfrm>
          <a:off x="2241532" y="1199834"/>
          <a:ext cx="48488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4885" y="45720"/>
              </a:lnTo>
            </a:path>
          </a:pathLst>
        </a:custGeom>
        <a:noFill/>
        <a:ln w="12700" cap="flat" cmpd="sng" algn="ctr">
          <a:solidFill>
            <a:srgbClr val="C27E16"/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2471087" y="1242976"/>
        <a:ext cx="25774" cy="5154"/>
      </dsp:txXfrm>
    </dsp:sp>
    <dsp:sp modelId="{68963D41-B1E7-4642-880A-1264481EAC72}">
      <dsp:nvSpPr>
        <dsp:cNvPr id="0" name=""/>
        <dsp:cNvSpPr/>
      </dsp:nvSpPr>
      <dsp:spPr>
        <a:xfrm>
          <a:off x="2092" y="573182"/>
          <a:ext cx="2241239" cy="1344743"/>
        </a:xfrm>
        <a:prstGeom prst="rect">
          <a:avLst/>
        </a:prstGeom>
        <a:noFill/>
        <a:ln w="19050" cap="flat" cmpd="sng" algn="ctr">
          <a:solidFill>
            <a:srgbClr val="C27E1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Single-source shortest path algorithm</a:t>
          </a:r>
          <a:endParaRPr lang="de-AT" sz="1900" kern="1200"/>
        </a:p>
      </dsp:txBody>
      <dsp:txXfrm>
        <a:off x="2092" y="573182"/>
        <a:ext cx="2241239" cy="1344743"/>
      </dsp:txXfrm>
    </dsp:sp>
    <dsp:sp modelId="{F1BFB32E-C169-4EBB-B9EA-008AF1403D74}">
      <dsp:nvSpPr>
        <dsp:cNvPr id="0" name=""/>
        <dsp:cNvSpPr/>
      </dsp:nvSpPr>
      <dsp:spPr>
        <a:xfrm>
          <a:off x="4998257" y="1199834"/>
          <a:ext cx="48488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4885" y="45720"/>
              </a:lnTo>
            </a:path>
          </a:pathLst>
        </a:custGeom>
        <a:noFill/>
        <a:ln w="12700" cap="flat" cmpd="sng" algn="ctr">
          <a:solidFill>
            <a:srgbClr val="C27E16"/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5227812" y="1242976"/>
        <a:ext cx="25774" cy="5154"/>
      </dsp:txXfrm>
    </dsp:sp>
    <dsp:sp modelId="{6AF0E44F-4067-4F07-93D8-2855ABD0C584}">
      <dsp:nvSpPr>
        <dsp:cNvPr id="0" name=""/>
        <dsp:cNvSpPr/>
      </dsp:nvSpPr>
      <dsp:spPr>
        <a:xfrm>
          <a:off x="2758817" y="573182"/>
          <a:ext cx="2241239" cy="1344743"/>
        </a:xfrm>
        <a:prstGeom prst="rect">
          <a:avLst/>
        </a:prstGeom>
        <a:noFill/>
        <a:ln w="19050" cap="flat" cmpd="sng" algn="ctr">
          <a:solidFill>
            <a:srgbClr val="C27E1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Works for weighted, non-negative graphs</a:t>
          </a:r>
          <a:endParaRPr lang="de-AT" sz="1900" kern="1200"/>
        </a:p>
      </dsp:txBody>
      <dsp:txXfrm>
        <a:off x="2758817" y="573182"/>
        <a:ext cx="2241239" cy="1344743"/>
      </dsp:txXfrm>
    </dsp:sp>
    <dsp:sp modelId="{2296FC39-2DF0-4729-BBC8-36E6DC888C02}">
      <dsp:nvSpPr>
        <dsp:cNvPr id="0" name=""/>
        <dsp:cNvSpPr/>
      </dsp:nvSpPr>
      <dsp:spPr>
        <a:xfrm>
          <a:off x="7754982" y="1199834"/>
          <a:ext cx="48488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4885" y="45720"/>
              </a:lnTo>
            </a:path>
          </a:pathLst>
        </a:custGeom>
        <a:noFill/>
        <a:ln w="12700" cap="flat" cmpd="sng" algn="ctr">
          <a:solidFill>
            <a:srgbClr val="C27E16"/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7984537" y="1242976"/>
        <a:ext cx="25774" cy="5154"/>
      </dsp:txXfrm>
    </dsp:sp>
    <dsp:sp modelId="{A58E465F-3870-451B-B23B-03D9302708C5}">
      <dsp:nvSpPr>
        <dsp:cNvPr id="0" name=""/>
        <dsp:cNvSpPr/>
      </dsp:nvSpPr>
      <dsp:spPr>
        <a:xfrm>
          <a:off x="5515542" y="573182"/>
          <a:ext cx="2241239" cy="1344743"/>
        </a:xfrm>
        <a:prstGeom prst="rect">
          <a:avLst/>
        </a:prstGeom>
        <a:noFill/>
        <a:ln w="19050" cap="flat" cmpd="sng" algn="ctr">
          <a:solidFill>
            <a:srgbClr val="C27E1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Uses temporary and permanent labels</a:t>
          </a:r>
          <a:endParaRPr lang="de-AT" sz="1900" kern="1200"/>
        </a:p>
      </dsp:txBody>
      <dsp:txXfrm>
        <a:off x="5515542" y="573182"/>
        <a:ext cx="2241239" cy="1344743"/>
      </dsp:txXfrm>
    </dsp:sp>
    <dsp:sp modelId="{76ABD2D3-FA29-46F1-9289-461CF1B45209}">
      <dsp:nvSpPr>
        <dsp:cNvPr id="0" name=""/>
        <dsp:cNvSpPr/>
      </dsp:nvSpPr>
      <dsp:spPr>
        <a:xfrm>
          <a:off x="1122712" y="1916126"/>
          <a:ext cx="8270175" cy="484885"/>
        </a:xfrm>
        <a:custGeom>
          <a:avLst/>
          <a:gdLst/>
          <a:ahLst/>
          <a:cxnLst/>
          <a:rect l="0" t="0" r="0" b="0"/>
          <a:pathLst>
            <a:path>
              <a:moveTo>
                <a:pt x="8270175" y="0"/>
              </a:moveTo>
              <a:lnTo>
                <a:pt x="8270175" y="259542"/>
              </a:lnTo>
              <a:lnTo>
                <a:pt x="0" y="259542"/>
              </a:lnTo>
              <a:lnTo>
                <a:pt x="0" y="484885"/>
              </a:lnTo>
            </a:path>
          </a:pathLst>
        </a:custGeom>
        <a:noFill/>
        <a:ln w="12700" cap="flat" cmpd="sng" algn="ctr">
          <a:solidFill>
            <a:srgbClr val="C27E16"/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5050644" y="2155991"/>
        <a:ext cx="414311" cy="5154"/>
      </dsp:txXfrm>
    </dsp:sp>
    <dsp:sp modelId="{9A9E02C1-B95E-4C01-9991-8AE5265395DE}">
      <dsp:nvSpPr>
        <dsp:cNvPr id="0" name=""/>
        <dsp:cNvSpPr/>
      </dsp:nvSpPr>
      <dsp:spPr>
        <a:xfrm>
          <a:off x="8272267" y="573182"/>
          <a:ext cx="2241239" cy="1344743"/>
        </a:xfrm>
        <a:prstGeom prst="rect">
          <a:avLst/>
        </a:prstGeom>
        <a:noFill/>
        <a:ln w="19050" cap="flat" cmpd="sng" algn="ctr">
          <a:solidFill>
            <a:srgbClr val="C27E1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Initialize all distances as infinity, source as zero</a:t>
          </a:r>
          <a:endParaRPr lang="de-AT" sz="1900" kern="1200"/>
        </a:p>
      </dsp:txBody>
      <dsp:txXfrm>
        <a:off x="8272267" y="573182"/>
        <a:ext cx="2241239" cy="1344743"/>
      </dsp:txXfrm>
    </dsp:sp>
    <dsp:sp modelId="{37F64B06-F994-47F4-9F29-E56A77225F03}">
      <dsp:nvSpPr>
        <dsp:cNvPr id="0" name=""/>
        <dsp:cNvSpPr/>
      </dsp:nvSpPr>
      <dsp:spPr>
        <a:xfrm>
          <a:off x="2241532" y="3060063"/>
          <a:ext cx="48488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4885" y="45720"/>
              </a:lnTo>
            </a:path>
          </a:pathLst>
        </a:custGeom>
        <a:noFill/>
        <a:ln w="12700" cap="flat" cmpd="sng" algn="ctr">
          <a:solidFill>
            <a:srgbClr val="C27E16"/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2471087" y="3103206"/>
        <a:ext cx="25774" cy="5154"/>
      </dsp:txXfrm>
    </dsp:sp>
    <dsp:sp modelId="{65EA2154-1CE3-49CB-AE85-31A4105804DE}">
      <dsp:nvSpPr>
        <dsp:cNvPr id="0" name=""/>
        <dsp:cNvSpPr/>
      </dsp:nvSpPr>
      <dsp:spPr>
        <a:xfrm>
          <a:off x="2092" y="2433411"/>
          <a:ext cx="2241239" cy="1344743"/>
        </a:xfrm>
        <a:prstGeom prst="rect">
          <a:avLst/>
        </a:prstGeom>
        <a:noFill/>
        <a:ln w="19050" cap="flat" cmpd="sng" algn="ctr">
          <a:solidFill>
            <a:srgbClr val="C27E1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Repeatedly select node with smallest distance</a:t>
          </a:r>
          <a:endParaRPr lang="de-AT" sz="1900" kern="1200"/>
        </a:p>
      </dsp:txBody>
      <dsp:txXfrm>
        <a:off x="2092" y="2433411"/>
        <a:ext cx="2241239" cy="1344743"/>
      </dsp:txXfrm>
    </dsp:sp>
    <dsp:sp modelId="{D813D162-12D3-4457-82C1-C04E6B251A4E}">
      <dsp:nvSpPr>
        <dsp:cNvPr id="0" name=""/>
        <dsp:cNvSpPr/>
      </dsp:nvSpPr>
      <dsp:spPr>
        <a:xfrm>
          <a:off x="4998257" y="3060063"/>
          <a:ext cx="48488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4885" y="45720"/>
              </a:lnTo>
            </a:path>
          </a:pathLst>
        </a:custGeom>
        <a:noFill/>
        <a:ln w="12700" cap="flat" cmpd="sng" algn="ctr">
          <a:solidFill>
            <a:srgbClr val="C27E16"/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5227812" y="3103206"/>
        <a:ext cx="25774" cy="5154"/>
      </dsp:txXfrm>
    </dsp:sp>
    <dsp:sp modelId="{E2B054C1-01E7-4EDA-BC87-DB64A4B31AFA}">
      <dsp:nvSpPr>
        <dsp:cNvPr id="0" name=""/>
        <dsp:cNvSpPr/>
      </dsp:nvSpPr>
      <dsp:spPr>
        <a:xfrm>
          <a:off x="2758817" y="2433411"/>
          <a:ext cx="2241239" cy="1344743"/>
        </a:xfrm>
        <a:prstGeom prst="rect">
          <a:avLst/>
        </a:prstGeom>
        <a:noFill/>
        <a:ln w="19050" cap="flat" cmpd="sng" algn="ctr">
          <a:solidFill>
            <a:srgbClr val="C27E1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Update neighbors if shorter path found</a:t>
          </a:r>
          <a:endParaRPr lang="de-AT" sz="1900" kern="1200"/>
        </a:p>
      </dsp:txBody>
      <dsp:txXfrm>
        <a:off x="2758817" y="2433411"/>
        <a:ext cx="2241239" cy="1344743"/>
      </dsp:txXfrm>
    </dsp:sp>
    <dsp:sp modelId="{CDF70944-E6D1-47EC-B2EF-E8FA987120F8}">
      <dsp:nvSpPr>
        <dsp:cNvPr id="0" name=""/>
        <dsp:cNvSpPr/>
      </dsp:nvSpPr>
      <dsp:spPr>
        <a:xfrm>
          <a:off x="5515542" y="2433411"/>
          <a:ext cx="2241239" cy="1344743"/>
        </a:xfrm>
        <a:prstGeom prst="rect">
          <a:avLst/>
        </a:prstGeom>
        <a:noFill/>
        <a:ln w="19050" cap="flat" cmpd="sng" algn="ctr">
          <a:solidFill>
            <a:srgbClr val="C27E1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Stop when all nodes have permanent labels or target reached</a:t>
          </a:r>
          <a:endParaRPr lang="de-AT" sz="1900" kern="1200"/>
        </a:p>
      </dsp:txBody>
      <dsp:txXfrm>
        <a:off x="5515542" y="2433411"/>
        <a:ext cx="2241239" cy="134474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50D9A7-D5DD-4DC1-814A-12BA9E812CAB}">
      <dsp:nvSpPr>
        <dsp:cNvPr id="0" name=""/>
        <dsp:cNvSpPr/>
      </dsp:nvSpPr>
      <dsp:spPr>
        <a:xfrm>
          <a:off x="2241532" y="1199834"/>
          <a:ext cx="48488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4885" y="45720"/>
              </a:lnTo>
            </a:path>
          </a:pathLst>
        </a:custGeom>
        <a:noFill/>
        <a:ln w="12700" cap="flat" cmpd="sng" algn="ctr">
          <a:solidFill>
            <a:schemeClr val="accent2">
              <a:lumMod val="5000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2471087" y="1242976"/>
        <a:ext cx="25774" cy="5154"/>
      </dsp:txXfrm>
    </dsp:sp>
    <dsp:sp modelId="{A74B22FC-9752-4F35-8498-6559B833DB68}">
      <dsp:nvSpPr>
        <dsp:cNvPr id="0" name=""/>
        <dsp:cNvSpPr/>
      </dsp:nvSpPr>
      <dsp:spPr>
        <a:xfrm>
          <a:off x="2092" y="573182"/>
          <a:ext cx="2241239" cy="134474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Combines path cost with straight-line heuristic (Haversine)</a:t>
          </a:r>
          <a:endParaRPr lang="de-AT" sz="1900" kern="1200"/>
        </a:p>
      </dsp:txBody>
      <dsp:txXfrm>
        <a:off x="2092" y="573182"/>
        <a:ext cx="2241239" cy="1344743"/>
      </dsp:txXfrm>
    </dsp:sp>
    <dsp:sp modelId="{D7021E28-746C-4D2E-8176-41904E81B5D9}">
      <dsp:nvSpPr>
        <dsp:cNvPr id="0" name=""/>
        <dsp:cNvSpPr/>
      </dsp:nvSpPr>
      <dsp:spPr>
        <a:xfrm>
          <a:off x="4998257" y="1199834"/>
          <a:ext cx="48488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4885" y="45720"/>
              </a:lnTo>
            </a:path>
          </a:pathLst>
        </a:custGeom>
        <a:noFill/>
        <a:ln w="12700" cap="flat" cmpd="sng" algn="ctr">
          <a:solidFill>
            <a:schemeClr val="accent2">
              <a:lumMod val="5000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5227812" y="1242976"/>
        <a:ext cx="25774" cy="5154"/>
      </dsp:txXfrm>
    </dsp:sp>
    <dsp:sp modelId="{BA1FDF90-0D5E-4449-A3EA-C243BFCA6434}">
      <dsp:nvSpPr>
        <dsp:cNvPr id="0" name=""/>
        <dsp:cNvSpPr/>
      </dsp:nvSpPr>
      <dsp:spPr>
        <a:xfrm>
          <a:off x="2758817" y="573182"/>
          <a:ext cx="2241239" cy="134474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f = actual cost (l_j) + heuristic (h_j)</a:t>
          </a:r>
          <a:endParaRPr lang="de-AT" sz="1900" kern="1200"/>
        </a:p>
      </dsp:txBody>
      <dsp:txXfrm>
        <a:off x="2758817" y="573182"/>
        <a:ext cx="2241239" cy="1344743"/>
      </dsp:txXfrm>
    </dsp:sp>
    <dsp:sp modelId="{FB01E9E9-AEAD-4F4D-B4EA-1684065B3C26}">
      <dsp:nvSpPr>
        <dsp:cNvPr id="0" name=""/>
        <dsp:cNvSpPr/>
      </dsp:nvSpPr>
      <dsp:spPr>
        <a:xfrm>
          <a:off x="7754982" y="1199834"/>
          <a:ext cx="48488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4885" y="45720"/>
              </a:lnTo>
            </a:path>
          </a:pathLst>
        </a:custGeom>
        <a:noFill/>
        <a:ln w="12700" cap="flat" cmpd="sng" algn="ctr">
          <a:solidFill>
            <a:schemeClr val="accent2">
              <a:lumMod val="5000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7984537" y="1242976"/>
        <a:ext cx="25774" cy="5154"/>
      </dsp:txXfrm>
    </dsp:sp>
    <dsp:sp modelId="{99AD33E5-23BC-4336-9862-946FBA7398A3}">
      <dsp:nvSpPr>
        <dsp:cNvPr id="0" name=""/>
        <dsp:cNvSpPr/>
      </dsp:nvSpPr>
      <dsp:spPr>
        <a:xfrm>
          <a:off x="5515542" y="573182"/>
          <a:ext cx="2241239" cy="134474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Maintains sets: T (temporary), P (permanent)</a:t>
          </a:r>
          <a:endParaRPr lang="de-AT" sz="1900" kern="1200"/>
        </a:p>
      </dsp:txBody>
      <dsp:txXfrm>
        <a:off x="5515542" y="573182"/>
        <a:ext cx="2241239" cy="1344743"/>
      </dsp:txXfrm>
    </dsp:sp>
    <dsp:sp modelId="{AB0DCC2D-91CC-4BE2-8CB1-40F48AE077E6}">
      <dsp:nvSpPr>
        <dsp:cNvPr id="0" name=""/>
        <dsp:cNvSpPr/>
      </dsp:nvSpPr>
      <dsp:spPr>
        <a:xfrm>
          <a:off x="1122712" y="1916126"/>
          <a:ext cx="8270175" cy="484885"/>
        </a:xfrm>
        <a:custGeom>
          <a:avLst/>
          <a:gdLst/>
          <a:ahLst/>
          <a:cxnLst/>
          <a:rect l="0" t="0" r="0" b="0"/>
          <a:pathLst>
            <a:path>
              <a:moveTo>
                <a:pt x="8270175" y="0"/>
              </a:moveTo>
              <a:lnTo>
                <a:pt x="8270175" y="259542"/>
              </a:lnTo>
              <a:lnTo>
                <a:pt x="0" y="259542"/>
              </a:lnTo>
              <a:lnTo>
                <a:pt x="0" y="484885"/>
              </a:lnTo>
            </a:path>
          </a:pathLst>
        </a:custGeom>
        <a:noFill/>
        <a:ln w="12700" cap="flat" cmpd="sng" algn="ctr">
          <a:solidFill>
            <a:schemeClr val="accent2">
              <a:lumMod val="5000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5050644" y="2155991"/>
        <a:ext cx="414311" cy="5154"/>
      </dsp:txXfrm>
    </dsp:sp>
    <dsp:sp modelId="{306DCFF7-5E99-45B6-8035-3C23C2AD67EA}">
      <dsp:nvSpPr>
        <dsp:cNvPr id="0" name=""/>
        <dsp:cNvSpPr/>
      </dsp:nvSpPr>
      <dsp:spPr>
        <a:xfrm>
          <a:off x="8272267" y="573182"/>
          <a:ext cx="2241239" cy="134474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Always expand node with smallest f_j</a:t>
          </a:r>
          <a:endParaRPr lang="de-AT" sz="1900" kern="1200"/>
        </a:p>
      </dsp:txBody>
      <dsp:txXfrm>
        <a:off x="8272267" y="573182"/>
        <a:ext cx="2241239" cy="1344743"/>
      </dsp:txXfrm>
    </dsp:sp>
    <dsp:sp modelId="{0DD4C97B-BCA0-4A98-84CD-73A056ECBA8B}">
      <dsp:nvSpPr>
        <dsp:cNvPr id="0" name=""/>
        <dsp:cNvSpPr/>
      </dsp:nvSpPr>
      <dsp:spPr>
        <a:xfrm>
          <a:off x="2241532" y="3060063"/>
          <a:ext cx="48488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4885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2471087" y="3103206"/>
        <a:ext cx="25774" cy="5154"/>
      </dsp:txXfrm>
    </dsp:sp>
    <dsp:sp modelId="{F29E41F5-8A5A-45CC-8B04-B628C09CE477}">
      <dsp:nvSpPr>
        <dsp:cNvPr id="0" name=""/>
        <dsp:cNvSpPr/>
      </dsp:nvSpPr>
      <dsp:spPr>
        <a:xfrm>
          <a:off x="2092" y="2433411"/>
          <a:ext cx="2241239" cy="134474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Updates neighbor costs and predecessors</a:t>
          </a:r>
          <a:endParaRPr lang="de-AT" sz="1900" kern="1200"/>
        </a:p>
      </dsp:txBody>
      <dsp:txXfrm>
        <a:off x="2092" y="2433411"/>
        <a:ext cx="2241239" cy="1344743"/>
      </dsp:txXfrm>
    </dsp:sp>
    <dsp:sp modelId="{838C8B31-77C3-41CA-BD42-566B5099B118}">
      <dsp:nvSpPr>
        <dsp:cNvPr id="0" name=""/>
        <dsp:cNvSpPr/>
      </dsp:nvSpPr>
      <dsp:spPr>
        <a:xfrm>
          <a:off x="4998257" y="3060063"/>
          <a:ext cx="48488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4885" y="45720"/>
              </a:lnTo>
            </a:path>
          </a:pathLst>
        </a:custGeom>
        <a:noFill/>
        <a:ln w="12700" cap="flat" cmpd="sng" algn="ctr">
          <a:solidFill>
            <a:schemeClr val="accent2">
              <a:lumMod val="5000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5227812" y="3103206"/>
        <a:ext cx="25774" cy="5154"/>
      </dsp:txXfrm>
    </dsp:sp>
    <dsp:sp modelId="{73C1B736-9649-4A85-AE2D-34A53FF9D3B0}">
      <dsp:nvSpPr>
        <dsp:cNvPr id="0" name=""/>
        <dsp:cNvSpPr/>
      </dsp:nvSpPr>
      <dsp:spPr>
        <a:xfrm>
          <a:off x="2758817" y="2433411"/>
          <a:ext cx="2241239" cy="134474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Stops when goal (destination) reached</a:t>
          </a:r>
          <a:endParaRPr lang="de-AT" sz="1900" kern="1200"/>
        </a:p>
      </dsp:txBody>
      <dsp:txXfrm>
        <a:off x="2758817" y="2433411"/>
        <a:ext cx="2241239" cy="1344743"/>
      </dsp:txXfrm>
    </dsp:sp>
    <dsp:sp modelId="{9D1D45DE-EF26-46C3-B573-72945688530E}">
      <dsp:nvSpPr>
        <dsp:cNvPr id="0" name=""/>
        <dsp:cNvSpPr/>
      </dsp:nvSpPr>
      <dsp:spPr>
        <a:xfrm>
          <a:off x="7754982" y="3060063"/>
          <a:ext cx="48488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4885" y="45720"/>
              </a:lnTo>
            </a:path>
          </a:pathLst>
        </a:custGeom>
        <a:noFill/>
        <a:ln w="12700" cap="flat" cmpd="sng" algn="ctr">
          <a:solidFill>
            <a:schemeClr val="accent2">
              <a:lumMod val="5000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7984537" y="3103206"/>
        <a:ext cx="25774" cy="5154"/>
      </dsp:txXfrm>
    </dsp:sp>
    <dsp:sp modelId="{F3163452-3716-4144-A8FB-71A79D3660A3}">
      <dsp:nvSpPr>
        <dsp:cNvPr id="0" name=""/>
        <dsp:cNvSpPr/>
      </dsp:nvSpPr>
      <dsp:spPr>
        <a:xfrm>
          <a:off x="5515542" y="2433411"/>
          <a:ext cx="2241239" cy="134474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Returns shortest path, cost, visited nodes set</a:t>
          </a:r>
          <a:endParaRPr lang="de-AT" sz="1900" kern="1200"/>
        </a:p>
      </dsp:txBody>
      <dsp:txXfrm>
        <a:off x="5515542" y="2433411"/>
        <a:ext cx="2241239" cy="1344743"/>
      </dsp:txXfrm>
    </dsp:sp>
    <dsp:sp modelId="{2A206993-5651-4243-BBC3-F3B5854CA88D}">
      <dsp:nvSpPr>
        <dsp:cNvPr id="0" name=""/>
        <dsp:cNvSpPr/>
      </dsp:nvSpPr>
      <dsp:spPr>
        <a:xfrm>
          <a:off x="8272267" y="2433411"/>
          <a:ext cx="2241239" cy="134474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More directed, fewer expanded nodes</a:t>
          </a:r>
          <a:endParaRPr lang="de-AT" sz="1900" kern="1200"/>
        </a:p>
      </dsp:txBody>
      <dsp:txXfrm>
        <a:off x="8272267" y="2433411"/>
        <a:ext cx="2241239" cy="134474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C0EECF-93E1-4540-A277-D7234FDE3CA1}">
      <dsp:nvSpPr>
        <dsp:cNvPr id="0" name=""/>
        <dsp:cNvSpPr/>
      </dsp:nvSpPr>
      <dsp:spPr>
        <a:xfrm>
          <a:off x="0" y="3534"/>
          <a:ext cx="9941696" cy="752874"/>
        </a:xfrm>
        <a:prstGeom prst="roundRect">
          <a:avLst>
            <a:gd name="adj" fmla="val 10000"/>
          </a:avLst>
        </a:prstGeom>
        <a:noFill/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F7B2A9-ECAE-4923-8A94-918568E55692}">
      <dsp:nvSpPr>
        <dsp:cNvPr id="0" name=""/>
        <dsp:cNvSpPr/>
      </dsp:nvSpPr>
      <dsp:spPr>
        <a:xfrm>
          <a:off x="227744" y="172931"/>
          <a:ext cx="414080" cy="414080"/>
        </a:xfrm>
        <a:prstGeom prst="rect">
          <a:avLst/>
        </a:prstGeom>
        <a:blipFill>
          <a:blip xmlns:r="http://schemas.openxmlformats.org/officeDocument/2006/relationships" r:embed="rId1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E976F3-CA7B-4B35-83FA-F76A2F2703D9}">
      <dsp:nvSpPr>
        <dsp:cNvPr id="0" name=""/>
        <dsp:cNvSpPr/>
      </dsp:nvSpPr>
      <dsp:spPr>
        <a:xfrm>
          <a:off x="869569" y="3534"/>
          <a:ext cx="9072126" cy="7528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679" tIns="79679" rIns="79679" bIns="7967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Both algorithms produce identical path distance and length</a:t>
          </a:r>
        </a:p>
      </dsp:txBody>
      <dsp:txXfrm>
        <a:off x="869569" y="3534"/>
        <a:ext cx="9072126" cy="752874"/>
      </dsp:txXfrm>
    </dsp:sp>
    <dsp:sp modelId="{9036B167-F1E4-4027-9798-96F38FD6962F}">
      <dsp:nvSpPr>
        <dsp:cNvPr id="0" name=""/>
        <dsp:cNvSpPr/>
      </dsp:nvSpPr>
      <dsp:spPr>
        <a:xfrm>
          <a:off x="0" y="944627"/>
          <a:ext cx="9941696" cy="752874"/>
        </a:xfrm>
        <a:prstGeom prst="roundRect">
          <a:avLst>
            <a:gd name="adj" fmla="val 10000"/>
          </a:avLst>
        </a:prstGeom>
        <a:noFill/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451EF7-460D-46A4-A271-E96897E51A72}">
      <dsp:nvSpPr>
        <dsp:cNvPr id="0" name=""/>
        <dsp:cNvSpPr/>
      </dsp:nvSpPr>
      <dsp:spPr>
        <a:xfrm>
          <a:off x="227744" y="1114024"/>
          <a:ext cx="414080" cy="414080"/>
        </a:xfrm>
        <a:prstGeom prst="rect">
          <a:avLst/>
        </a:prstGeom>
        <a:blipFill>
          <a:blip xmlns:r="http://schemas.openxmlformats.org/officeDocument/2006/relationships" r:embed="rId3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C1C074-212C-4B88-A262-DE4C7BB4416A}">
      <dsp:nvSpPr>
        <dsp:cNvPr id="0" name=""/>
        <dsp:cNvSpPr/>
      </dsp:nvSpPr>
      <dsp:spPr>
        <a:xfrm>
          <a:off x="869569" y="944627"/>
          <a:ext cx="9072126" cy="7528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679" tIns="79679" rIns="79679" bIns="7967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Dijkstra expands almost all nodes (9450 visited per target) for full shortest-path coverage</a:t>
          </a:r>
        </a:p>
      </dsp:txBody>
      <dsp:txXfrm>
        <a:off x="869569" y="944627"/>
        <a:ext cx="9072126" cy="752874"/>
      </dsp:txXfrm>
    </dsp:sp>
    <dsp:sp modelId="{1E797683-A8A6-43E8-A048-1D6072185623}">
      <dsp:nvSpPr>
        <dsp:cNvPr id="0" name=""/>
        <dsp:cNvSpPr/>
      </dsp:nvSpPr>
      <dsp:spPr>
        <a:xfrm>
          <a:off x="0" y="1885720"/>
          <a:ext cx="9941696" cy="752874"/>
        </a:xfrm>
        <a:prstGeom prst="roundRect">
          <a:avLst>
            <a:gd name="adj" fmla="val 10000"/>
          </a:avLst>
        </a:prstGeom>
        <a:noFill/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1AAE6A-DA6E-4153-9D7C-4FF6A1C5F5A5}">
      <dsp:nvSpPr>
        <dsp:cNvPr id="0" name=""/>
        <dsp:cNvSpPr/>
      </dsp:nvSpPr>
      <dsp:spPr>
        <a:xfrm>
          <a:off x="227744" y="2055117"/>
          <a:ext cx="414080" cy="414080"/>
        </a:xfrm>
        <a:prstGeom prst="rect">
          <a:avLst/>
        </a:prstGeom>
        <a:blipFill>
          <a:blip xmlns:r="http://schemas.openxmlformats.org/officeDocument/2006/relationships" r:embed="rId5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1AF78E-FBE0-4436-8687-D397667E6407}">
      <dsp:nvSpPr>
        <dsp:cNvPr id="0" name=""/>
        <dsp:cNvSpPr/>
      </dsp:nvSpPr>
      <dsp:spPr>
        <a:xfrm>
          <a:off x="869569" y="1885720"/>
          <a:ext cx="9072126" cy="7528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679" tIns="79679" rIns="79679" bIns="7967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A* lowers search effort (242–1412 nodes per target) by using straight-line heuristic.</a:t>
          </a:r>
        </a:p>
      </dsp:txBody>
      <dsp:txXfrm>
        <a:off x="869569" y="1885720"/>
        <a:ext cx="9072126" cy="752874"/>
      </dsp:txXfrm>
    </dsp:sp>
    <dsp:sp modelId="{511E6144-7DBC-4C5F-BAF1-40FD8AA639DF}">
      <dsp:nvSpPr>
        <dsp:cNvPr id="0" name=""/>
        <dsp:cNvSpPr/>
      </dsp:nvSpPr>
      <dsp:spPr>
        <a:xfrm>
          <a:off x="0" y="2826813"/>
          <a:ext cx="9941696" cy="752874"/>
        </a:xfrm>
        <a:prstGeom prst="roundRect">
          <a:avLst>
            <a:gd name="adj" fmla="val 10000"/>
          </a:avLst>
        </a:prstGeom>
        <a:noFill/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3BEFC9-3A94-4E01-8344-3DAD6C04A75C}">
      <dsp:nvSpPr>
        <dsp:cNvPr id="0" name=""/>
        <dsp:cNvSpPr/>
      </dsp:nvSpPr>
      <dsp:spPr>
        <a:xfrm>
          <a:off x="227744" y="2996209"/>
          <a:ext cx="414080" cy="414080"/>
        </a:xfrm>
        <a:prstGeom prst="rect">
          <a:avLst/>
        </a:prstGeom>
        <a:blipFill>
          <a:blip xmlns:r="http://schemas.openxmlformats.org/officeDocument/2006/relationships" r:embed="rId7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E86B0B-7630-471A-9E64-636B9DDA8AA1}">
      <dsp:nvSpPr>
        <dsp:cNvPr id="0" name=""/>
        <dsp:cNvSpPr/>
      </dsp:nvSpPr>
      <dsp:spPr>
        <a:xfrm>
          <a:off x="869569" y="2826813"/>
          <a:ext cx="9072126" cy="7528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679" tIns="79679" rIns="79679" bIns="7967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A* consistently faster computation times for all routes</a:t>
          </a:r>
        </a:p>
      </dsp:txBody>
      <dsp:txXfrm>
        <a:off x="869569" y="2826813"/>
        <a:ext cx="9072126" cy="752874"/>
      </dsp:txXfrm>
    </dsp:sp>
    <dsp:sp modelId="{6E5AD9A9-D2B7-4F2D-B49A-1463FB4BA175}">
      <dsp:nvSpPr>
        <dsp:cNvPr id="0" name=""/>
        <dsp:cNvSpPr/>
      </dsp:nvSpPr>
      <dsp:spPr>
        <a:xfrm>
          <a:off x="0" y="3767906"/>
          <a:ext cx="9941696" cy="752874"/>
        </a:xfrm>
        <a:prstGeom prst="roundRect">
          <a:avLst>
            <a:gd name="adj" fmla="val 10000"/>
          </a:avLst>
        </a:prstGeom>
        <a:noFill/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6FDC80-ED80-4C26-987C-A33F2837B8B6}">
      <dsp:nvSpPr>
        <dsp:cNvPr id="0" name=""/>
        <dsp:cNvSpPr/>
      </dsp:nvSpPr>
      <dsp:spPr>
        <a:xfrm>
          <a:off x="227744" y="3937302"/>
          <a:ext cx="414080" cy="414080"/>
        </a:xfrm>
        <a:prstGeom prst="rect">
          <a:avLst/>
        </a:prstGeom>
        <a:blipFill>
          <a:blip xmlns:r="http://schemas.openxmlformats.org/officeDocument/2006/relationships" r:embed="rId9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B7696C-70E2-4CC5-B91F-70C537AF7D52}">
      <dsp:nvSpPr>
        <dsp:cNvPr id="0" name=""/>
        <dsp:cNvSpPr/>
      </dsp:nvSpPr>
      <dsp:spPr>
        <a:xfrm>
          <a:off x="869569" y="3767906"/>
          <a:ext cx="9072126" cy="7528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679" tIns="79679" rIns="79679" bIns="7967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Visualizations clearly show denser node exploration by Dijkstra, focused search by A*</a:t>
          </a:r>
        </a:p>
      </dsp:txBody>
      <dsp:txXfrm>
        <a:off x="869569" y="3767906"/>
        <a:ext cx="9072126" cy="75287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C0EECF-93E1-4540-A277-D7234FDE3CA1}">
      <dsp:nvSpPr>
        <dsp:cNvPr id="0" name=""/>
        <dsp:cNvSpPr/>
      </dsp:nvSpPr>
      <dsp:spPr>
        <a:xfrm>
          <a:off x="0" y="1463"/>
          <a:ext cx="9941696" cy="623639"/>
        </a:xfrm>
        <a:prstGeom prst="roundRect">
          <a:avLst>
            <a:gd name="adj" fmla="val 10000"/>
          </a:avLst>
        </a:prstGeom>
        <a:noFill/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F7B2A9-ECAE-4923-8A94-918568E55692}">
      <dsp:nvSpPr>
        <dsp:cNvPr id="0" name=""/>
        <dsp:cNvSpPr/>
      </dsp:nvSpPr>
      <dsp:spPr>
        <a:xfrm>
          <a:off x="188651" y="141782"/>
          <a:ext cx="343001" cy="343001"/>
        </a:xfrm>
        <a:prstGeom prst="rect">
          <a:avLst/>
        </a:prstGeom>
        <a:blipFill>
          <a:blip xmlns:r="http://schemas.openxmlformats.org/officeDocument/2006/relationships" r:embed="rId1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E976F3-CA7B-4B35-83FA-F76A2F2703D9}">
      <dsp:nvSpPr>
        <dsp:cNvPr id="0" name=""/>
        <dsp:cNvSpPr/>
      </dsp:nvSpPr>
      <dsp:spPr>
        <a:xfrm>
          <a:off x="720303" y="1463"/>
          <a:ext cx="9221392" cy="6236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002" tIns="66002" rIns="66002" bIns="66002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Heuristic uses straight-line (Euclidean/Haversine) distance—may not reflect real travel routes or obstacles.</a:t>
          </a:r>
        </a:p>
      </dsp:txBody>
      <dsp:txXfrm>
        <a:off x="720303" y="1463"/>
        <a:ext cx="9221392" cy="623639"/>
      </dsp:txXfrm>
    </dsp:sp>
    <dsp:sp modelId="{9036B167-F1E4-4027-9798-96F38FD6962F}">
      <dsp:nvSpPr>
        <dsp:cNvPr id="0" name=""/>
        <dsp:cNvSpPr/>
      </dsp:nvSpPr>
      <dsp:spPr>
        <a:xfrm>
          <a:off x="0" y="781013"/>
          <a:ext cx="9941696" cy="623639"/>
        </a:xfrm>
        <a:prstGeom prst="roundRect">
          <a:avLst>
            <a:gd name="adj" fmla="val 10000"/>
          </a:avLst>
        </a:prstGeom>
        <a:noFill/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451EF7-460D-46A4-A271-E96897E51A72}">
      <dsp:nvSpPr>
        <dsp:cNvPr id="0" name=""/>
        <dsp:cNvSpPr/>
      </dsp:nvSpPr>
      <dsp:spPr>
        <a:xfrm>
          <a:off x="188651" y="921332"/>
          <a:ext cx="343001" cy="343001"/>
        </a:xfrm>
        <a:prstGeom prst="rect">
          <a:avLst/>
        </a:prstGeom>
        <a:blipFill>
          <a:blip xmlns:r="http://schemas.openxmlformats.org/officeDocument/2006/relationships" r:embed="rId3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C1C074-212C-4B88-A262-DE4C7BB4416A}">
      <dsp:nvSpPr>
        <dsp:cNvPr id="0" name=""/>
        <dsp:cNvSpPr/>
      </dsp:nvSpPr>
      <dsp:spPr>
        <a:xfrm>
          <a:off x="720303" y="781013"/>
          <a:ext cx="9221392" cy="6236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002" tIns="66002" rIns="66002" bIns="66002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No real-time traffic, dynamic speed limits, or changing road conditions included in the model.</a:t>
          </a:r>
        </a:p>
      </dsp:txBody>
      <dsp:txXfrm>
        <a:off x="720303" y="781013"/>
        <a:ext cx="9221392" cy="623639"/>
      </dsp:txXfrm>
    </dsp:sp>
    <dsp:sp modelId="{1E797683-A8A6-43E8-A048-1D6072185623}">
      <dsp:nvSpPr>
        <dsp:cNvPr id="0" name=""/>
        <dsp:cNvSpPr/>
      </dsp:nvSpPr>
      <dsp:spPr>
        <a:xfrm>
          <a:off x="0" y="1560562"/>
          <a:ext cx="9941696" cy="623639"/>
        </a:xfrm>
        <a:prstGeom prst="roundRect">
          <a:avLst>
            <a:gd name="adj" fmla="val 10000"/>
          </a:avLst>
        </a:prstGeom>
        <a:noFill/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1AAE6A-DA6E-4153-9D7C-4FF6A1C5F5A5}">
      <dsp:nvSpPr>
        <dsp:cNvPr id="0" name=""/>
        <dsp:cNvSpPr/>
      </dsp:nvSpPr>
      <dsp:spPr>
        <a:xfrm>
          <a:off x="188651" y="1700881"/>
          <a:ext cx="343001" cy="343001"/>
        </a:xfrm>
        <a:prstGeom prst="rect">
          <a:avLst/>
        </a:prstGeom>
        <a:blipFill>
          <a:blip xmlns:r="http://schemas.openxmlformats.org/officeDocument/2006/relationships" r:embed="rId5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1AF78E-FBE0-4436-8687-D397667E6407}">
      <dsp:nvSpPr>
        <dsp:cNvPr id="0" name=""/>
        <dsp:cNvSpPr/>
      </dsp:nvSpPr>
      <dsp:spPr>
        <a:xfrm>
          <a:off x="720303" y="1560562"/>
          <a:ext cx="9221392" cy="6236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002" tIns="66002" rIns="66002" bIns="66002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One-way street rules and turn restrictions handled only via static arc attributes; may miss complex routing logic.</a:t>
          </a:r>
        </a:p>
      </dsp:txBody>
      <dsp:txXfrm>
        <a:off x="720303" y="1560562"/>
        <a:ext cx="9221392" cy="623639"/>
      </dsp:txXfrm>
    </dsp:sp>
    <dsp:sp modelId="{511E6144-7DBC-4C5F-BAF1-40FD8AA639DF}">
      <dsp:nvSpPr>
        <dsp:cNvPr id="0" name=""/>
        <dsp:cNvSpPr/>
      </dsp:nvSpPr>
      <dsp:spPr>
        <a:xfrm>
          <a:off x="0" y="2340112"/>
          <a:ext cx="9941696" cy="623639"/>
        </a:xfrm>
        <a:prstGeom prst="roundRect">
          <a:avLst>
            <a:gd name="adj" fmla="val 10000"/>
          </a:avLst>
        </a:prstGeom>
        <a:noFill/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3BEFC9-3A94-4E01-8344-3DAD6C04A75C}">
      <dsp:nvSpPr>
        <dsp:cNvPr id="0" name=""/>
        <dsp:cNvSpPr/>
      </dsp:nvSpPr>
      <dsp:spPr>
        <a:xfrm>
          <a:off x="188651" y="2480431"/>
          <a:ext cx="343001" cy="343001"/>
        </a:xfrm>
        <a:prstGeom prst="rect">
          <a:avLst/>
        </a:prstGeom>
        <a:blipFill>
          <a:blip xmlns:r="http://schemas.openxmlformats.org/officeDocument/2006/relationships" r:embed="rId7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E86B0B-7630-471A-9E64-636B9DDA8AA1}">
      <dsp:nvSpPr>
        <dsp:cNvPr id="0" name=""/>
        <dsp:cNvSpPr/>
      </dsp:nvSpPr>
      <dsp:spPr>
        <a:xfrm>
          <a:off x="720303" y="2340112"/>
          <a:ext cx="9221392" cy="6236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002" tIns="66002" rIns="66002" bIns="66002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Network graph, nodes, and routes built from static input files; unable to react to live or updated data.</a:t>
          </a:r>
        </a:p>
      </dsp:txBody>
      <dsp:txXfrm>
        <a:off x="720303" y="2340112"/>
        <a:ext cx="9221392" cy="623639"/>
      </dsp:txXfrm>
    </dsp:sp>
    <dsp:sp modelId="{6E5AD9A9-D2B7-4F2D-B49A-1463FB4BA175}">
      <dsp:nvSpPr>
        <dsp:cNvPr id="0" name=""/>
        <dsp:cNvSpPr/>
      </dsp:nvSpPr>
      <dsp:spPr>
        <a:xfrm>
          <a:off x="0" y="3119662"/>
          <a:ext cx="9941696" cy="623639"/>
        </a:xfrm>
        <a:prstGeom prst="roundRect">
          <a:avLst>
            <a:gd name="adj" fmla="val 10000"/>
          </a:avLst>
        </a:prstGeom>
        <a:noFill/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6FDC80-ED80-4C26-987C-A33F2837B8B6}">
      <dsp:nvSpPr>
        <dsp:cNvPr id="0" name=""/>
        <dsp:cNvSpPr/>
      </dsp:nvSpPr>
      <dsp:spPr>
        <a:xfrm>
          <a:off x="188651" y="3259981"/>
          <a:ext cx="343001" cy="343001"/>
        </a:xfrm>
        <a:prstGeom prst="rect">
          <a:avLst/>
        </a:prstGeom>
        <a:blipFill>
          <a:blip xmlns:r="http://schemas.openxmlformats.org/officeDocument/2006/relationships" r:embed="rId9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B7696C-70E2-4CC5-B91F-70C537AF7D52}">
      <dsp:nvSpPr>
        <dsp:cNvPr id="0" name=""/>
        <dsp:cNvSpPr/>
      </dsp:nvSpPr>
      <dsp:spPr>
        <a:xfrm>
          <a:off x="720303" y="3119662"/>
          <a:ext cx="9221392" cy="6236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002" tIns="66002" rIns="66002" bIns="66002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Pathfinding does not account for elevation, construction zones, or temporary closures.</a:t>
          </a:r>
        </a:p>
      </dsp:txBody>
      <dsp:txXfrm>
        <a:off x="720303" y="3119662"/>
        <a:ext cx="9221392" cy="623639"/>
      </dsp:txXfrm>
    </dsp:sp>
    <dsp:sp modelId="{DDFA906A-E3DF-49B2-9718-37AE57CDB8CD}">
      <dsp:nvSpPr>
        <dsp:cNvPr id="0" name=""/>
        <dsp:cNvSpPr/>
      </dsp:nvSpPr>
      <dsp:spPr>
        <a:xfrm>
          <a:off x="0" y="3899211"/>
          <a:ext cx="9941696" cy="623639"/>
        </a:xfrm>
        <a:prstGeom prst="roundRect">
          <a:avLst>
            <a:gd name="adj" fmla="val 10000"/>
          </a:avLst>
        </a:prstGeom>
        <a:noFill/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D0336B-F0A9-4399-8AE8-E9D89C0DFD74}">
      <dsp:nvSpPr>
        <dsp:cNvPr id="0" name=""/>
        <dsp:cNvSpPr/>
      </dsp:nvSpPr>
      <dsp:spPr>
        <a:xfrm>
          <a:off x="188651" y="4039530"/>
          <a:ext cx="343001" cy="343001"/>
        </a:xfrm>
        <a:prstGeom prst="rect">
          <a:avLst/>
        </a:prstGeom>
        <a:blipFill>
          <a:blip xmlns:r="http://schemas.openxmlformats.org/officeDocument/2006/relationships" r:embed="rId11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3EAC7C-ACC4-455A-B426-541C5E86CBB8}">
      <dsp:nvSpPr>
        <dsp:cNvPr id="0" name=""/>
        <dsp:cNvSpPr/>
      </dsp:nvSpPr>
      <dsp:spPr>
        <a:xfrm>
          <a:off x="720303" y="3899211"/>
          <a:ext cx="9221392" cy="6236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002" tIns="66002" rIns="66002" bIns="66002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Time cost only reflects ideal car travel—unrealistic for other modes or conditions.</a:t>
          </a:r>
        </a:p>
      </dsp:txBody>
      <dsp:txXfrm>
        <a:off x="720303" y="3899211"/>
        <a:ext cx="9221392" cy="62363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2CF1F5-B080-413D-B8FF-A6B6C74EB825}" type="datetimeFigureOut">
              <a:rPr lang="de-DE" smtClean="0"/>
              <a:t>15.11.2025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88F2DD-7A8D-4C6D-BB1D-A138248D63B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61341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C94AD4D-33ED-6A39-22D5-A56CCA63D9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A5B6EE5-3EEA-F8AA-995E-2D6AE3ABC8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2FF1DBA-EC45-6D4E-7BD6-A962009F4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11/16/2025</a:t>
            </a:r>
            <a:endParaRPr lang="en-US" spc="5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1440C49-9ECF-F0F8-44B3-7495250B7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pc="5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19B2576-5186-67BA-82FE-03E79C208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F97E8200-1950-409B-82E7-99938E7AE355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8569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178D59D-08D9-2E18-F382-BD8D8F003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B6FE1FF-9D63-B1B5-8D6E-B5A87D6FE1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1FDC881-8D7A-7F91-4A46-F44FEC986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11/16/2025</a:t>
            </a:r>
            <a:endParaRPr lang="en-US" spc="5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FDC7DA0-5A0E-FDB2-0915-337172AE7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pc="5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B353B71-D964-365D-6BE7-18D209B08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F97E8200-1950-409B-82E7-99938E7AE355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0083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E187ECD-C367-562D-4CAC-9C9A9BE1C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41E3310-538E-32D6-52B7-5718F02838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69029AC-6848-D46F-DE6F-7712BF0C8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de-DE"/>
              <a:t>11/16/2025</a:t>
            </a:r>
            <a:endParaRPr lang="en-US" spc="5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0282BC0-F052-4769-3D04-79C644017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pc="5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7E67C55-2557-FA4B-9639-896D39474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7439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2F1680-A63F-A41E-B947-B23CCE8DB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F65B04E-55F7-B5E2-8DE0-EFB5B7B92C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894DCCE-9552-4C68-4CEF-FF3638B808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75EC01B-4D7F-7182-98AC-123A74525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de-DE"/>
              <a:t>11/16/2025</a:t>
            </a:r>
            <a:endParaRPr lang="en-US" spc="5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6A112A6-B055-1E63-1BA5-3520E1B26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pc="5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160EC50-9795-6625-E8C4-E5F16508B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1795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A10825-2631-4BC8-A71F-F2301E3C0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1EFF9B6-FE6C-B1C6-B94D-5CC6358FF3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FD7336B-AA77-5E4A-F102-F3CEB5A216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F9C3B700-8919-5557-EC24-AF2D6B770A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F3C913C-5EA8-E0F7-4863-6B6626B0E4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A601446-851A-2260-183B-CD75CAEB2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de-DE"/>
              <a:t>11/16/2025</a:t>
            </a:r>
            <a:endParaRPr lang="en-US" spc="5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A2F5DD7-825B-C500-462F-196E75D7A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pc="5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738F1A1A-40FD-387F-1090-A851D111E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079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886AE5-BC8F-9C2B-6B7A-5850FFF36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63320FF-8994-3F21-9103-330366DEE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de-DE"/>
              <a:t>11/16/2025</a:t>
            </a:r>
            <a:endParaRPr lang="en-US" spc="5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2207E3B-EB9F-F2C2-B91B-C84FADF30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pc="5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34228BB-96E5-E149-39EA-51A677179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811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A7C76CB-E49E-52D9-B48F-6662BFF75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de-DE"/>
              <a:t>11/16/2025</a:t>
            </a:r>
            <a:endParaRPr lang="en-US" spc="5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767AD25-BDFA-535D-A87E-5B902FF99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pc="5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54D9CD7-CAFE-8E35-440A-AC07882C5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5175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323A51F-4741-C8D3-03D3-52066B7C0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783F74C-EEBB-8F19-4311-67C5AF099B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CF316B0-5729-7589-0242-ECE4ADDF6F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19E4246-87F8-79CE-3328-AC4DB1C64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de-DE"/>
              <a:t>11/16/2025</a:t>
            </a:r>
            <a:endParaRPr lang="en-US" spc="5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91A5C5F-E4D5-3C78-058A-1AFB1D61C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pc="5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A8771D6-B1C8-C326-BDA2-E63628066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399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968F33-AB5C-976A-AFE0-2C42B8F25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ADAE486F-B9D8-F298-2AA9-8FAC77AB2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9F81F06-2315-BC6C-1F84-EE1D4BA771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864617C-7895-6A1C-162A-F0C9A87EB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de-DE"/>
              <a:t>11/16/2025</a:t>
            </a:r>
            <a:endParaRPr lang="en-US" spc="5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D50E757-EF50-136B-FD85-461B76663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pc="5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56B0E8A-DA08-4932-9B0C-2F4D88770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982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158962-44EC-08BA-F849-CE7E083C2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6123910-3896-53E6-D5C0-6EF5DE3F76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1C99CB4-5313-9047-BAB7-DC6C839C1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de-DE"/>
              <a:t>11/16/2025</a:t>
            </a:r>
            <a:endParaRPr lang="en-US" spc="5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035A58B-44EB-0585-97BF-52155959A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pc="5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A9F838B-E578-4752-5BB1-9679C9C0E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4590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AD3F986B-4379-4B26-8701-52865FA7D5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57511E7-9C03-6356-677A-C463C4A809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1F6F2CA-8CD9-6D4E-D237-9E797CDB0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de-DE"/>
              <a:t>11/16/2025</a:t>
            </a:r>
            <a:endParaRPr lang="en-US" spc="5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FADA762-F26F-7602-CBBD-9461C4311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pc="5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46C374E-70E5-C8DF-015E-31BFA203C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8875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56832F77-6FF3-F18B-6D74-730D745D7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2D7E8A4-8C1B-380D-51E6-ECC59579F3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B30222C-B1ED-F72B-99BA-713E374330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de-DE"/>
              <a:t>11/16/2025</a:t>
            </a:r>
            <a:endParaRPr lang="en-US" spc="5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4FA084A-07D6-892A-0C64-52BFF3524B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spc="5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E0EBCB6-0B98-B727-6273-89F5C63953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7E8200-1950-409B-82E7-99938E7AE355}" type="slidenum">
              <a:rPr lang="en-US" smtClean="0"/>
              <a:pPr/>
              <a:t>‹Nr.›</a:t>
            </a:fld>
            <a:endParaRPr lang="en-US"/>
          </a:p>
        </p:txBody>
      </p:sp>
      <p:pic>
        <p:nvPicPr>
          <p:cNvPr id="7" name="Grafik 6" descr="Ein Bild, das Logo, Schrift, Symbol, Grafiken enthält.&#10;&#10;KI-generierte Inhalte können fehlerhaft sein.">
            <a:extLst>
              <a:ext uri="{FF2B5EF4-FFF2-40B4-BE49-F238E27FC236}">
                <a16:creationId xmlns:a16="http://schemas.microsoft.com/office/drawing/2014/main" id="{45563D05-2F73-57E0-16A1-86D2F45AFE85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320" y="365125"/>
            <a:ext cx="1087119" cy="543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321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8" r:id="rId1"/>
    <p:sldLayoutId id="2147483839" r:id="rId2"/>
    <p:sldLayoutId id="2147483840" r:id="rId3"/>
    <p:sldLayoutId id="2147483841" r:id="rId4"/>
    <p:sldLayoutId id="2147483842" r:id="rId5"/>
    <p:sldLayoutId id="2147483843" r:id="rId6"/>
    <p:sldLayoutId id="2147483844" r:id="rId7"/>
    <p:sldLayoutId id="2147483845" r:id="rId8"/>
    <p:sldLayoutId id="2147483846" r:id="rId9"/>
    <p:sldLayoutId id="2147483847" r:id="rId10"/>
    <p:sldLayoutId id="2147483848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rafik 30">
            <a:extLst>
              <a:ext uri="{FF2B5EF4-FFF2-40B4-BE49-F238E27FC236}">
                <a16:creationId xmlns:a16="http://schemas.microsoft.com/office/drawing/2014/main" id="{B2E5E49B-BAAF-D60D-9BC4-4DF3098274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470"/>
            <a:ext cx="12191999" cy="7077009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19745DAD-9D23-B20C-6A27-A1B65C31B8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1176667"/>
            <a:ext cx="9144000" cy="1921556"/>
          </a:xfrm>
        </p:spPr>
        <p:txBody>
          <a:bodyPr anchor="b">
            <a:normAutofit/>
          </a:bodyPr>
          <a:lstStyle/>
          <a:p>
            <a:r>
              <a:rPr lang="de-DE"/>
              <a:t>Routing – Lab 01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CD7DD42-C130-0E95-C1E6-73C6B33955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4025312"/>
            <a:ext cx="9144000" cy="2417503"/>
          </a:xfrm>
        </p:spPr>
        <p:txBody>
          <a:bodyPr anchor="t">
            <a:normAutofit fontScale="70000" lnSpcReduction="20000"/>
          </a:bodyPr>
          <a:lstStyle/>
          <a:p>
            <a:pPr>
              <a:lnSpc>
                <a:spcPct val="91000"/>
              </a:lnSpc>
            </a:pPr>
            <a:r>
              <a:rPr lang="de-DE" sz="2800" b="1">
                <a:solidFill>
                  <a:schemeClr val="tx1"/>
                </a:solidFill>
              </a:rPr>
              <a:t>Course: Navigation Systems</a:t>
            </a:r>
            <a:r>
              <a:rPr lang="de-DE" sz="2800" b="1"/>
              <a:t> (GST330UF)</a:t>
            </a:r>
          </a:p>
          <a:p>
            <a:pPr>
              <a:lnSpc>
                <a:spcPct val="91000"/>
              </a:lnSpc>
            </a:pPr>
            <a:r>
              <a:rPr lang="de-DE" sz="2800" b="1"/>
              <a:t>WS 2025/26</a:t>
            </a:r>
          </a:p>
          <a:p>
            <a:pPr>
              <a:lnSpc>
                <a:spcPct val="91000"/>
              </a:lnSpc>
            </a:pPr>
            <a:endParaRPr lang="de-DE" sz="2800" b="1">
              <a:solidFill>
                <a:schemeClr val="tx1"/>
              </a:solidFill>
            </a:endParaRPr>
          </a:p>
          <a:p>
            <a:pPr>
              <a:lnSpc>
                <a:spcPct val="91000"/>
              </a:lnSpc>
            </a:pPr>
            <a:endParaRPr lang="de-DE" sz="2800" b="1"/>
          </a:p>
          <a:p>
            <a:pPr>
              <a:lnSpc>
                <a:spcPct val="91000"/>
              </a:lnSpc>
            </a:pPr>
            <a:r>
              <a:rPr lang="de-DE" sz="2800" b="1">
                <a:solidFill>
                  <a:schemeClr val="tx1"/>
                </a:solidFill>
              </a:rPr>
              <a:t>Bernadette Kakuska &amp; Hannah Öttl</a:t>
            </a:r>
          </a:p>
          <a:p>
            <a:pPr>
              <a:lnSpc>
                <a:spcPct val="91000"/>
              </a:lnSpc>
            </a:pPr>
            <a:endParaRPr lang="de-DE" sz="2800" b="1"/>
          </a:p>
          <a:p>
            <a:pPr>
              <a:lnSpc>
                <a:spcPct val="91000"/>
              </a:lnSpc>
            </a:pPr>
            <a:r>
              <a:rPr lang="de-DE" sz="2800" b="1">
                <a:solidFill>
                  <a:schemeClr val="tx1"/>
                </a:solidFill>
              </a:rPr>
              <a:t>16.11.2025</a:t>
            </a:r>
          </a:p>
          <a:p>
            <a:pPr>
              <a:lnSpc>
                <a:spcPct val="91000"/>
              </a:lnSpc>
            </a:pPr>
            <a:endParaRPr lang="de-DE" sz="2500" b="1"/>
          </a:p>
          <a:p>
            <a:pPr>
              <a:lnSpc>
                <a:spcPct val="91000"/>
              </a:lnSpc>
            </a:pPr>
            <a:endParaRPr lang="de-DE" sz="2500">
              <a:solidFill>
                <a:schemeClr val="tx1"/>
              </a:solidFill>
            </a:endParaRPr>
          </a:p>
        </p:txBody>
      </p:sp>
      <p:pic>
        <p:nvPicPr>
          <p:cNvPr id="14" name="Grafik 13" descr="Ein Bild, das Logo, Schrift, Symbol, Grafiken enthält.&#10;&#10;KI-generierte Inhalte können fehlerhaft sein.">
            <a:extLst>
              <a:ext uri="{FF2B5EF4-FFF2-40B4-BE49-F238E27FC236}">
                <a16:creationId xmlns:a16="http://schemas.microsoft.com/office/drawing/2014/main" id="{EB6D6CD2-F3B2-9D3D-72E9-17A8AA1509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5354" y="249578"/>
            <a:ext cx="1854178" cy="927089"/>
          </a:xfrm>
          <a:prstGeom prst="rect">
            <a:avLst/>
          </a:prstGeom>
        </p:spPr>
      </p:pic>
      <p:pic>
        <p:nvPicPr>
          <p:cNvPr id="22" name="Grafik 21" descr="Ein Bild, das Symbol, Logo, Grafiken, Schrift enthält.&#10;&#10;KI-generierte Inhalte können fehlerhaft sein.">
            <a:extLst>
              <a:ext uri="{FF2B5EF4-FFF2-40B4-BE49-F238E27FC236}">
                <a16:creationId xmlns:a16="http://schemas.microsoft.com/office/drawing/2014/main" id="{77638026-5D01-4C1B-184A-9B6B5797CD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468" y="237547"/>
            <a:ext cx="999064" cy="939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7488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A4E603A-7EE6-2BB7-BA84-0D1DC96DA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Task and </a:t>
            </a:r>
            <a:r>
              <a:rPr lang="de-DE" dirty="0" err="1"/>
              <a:t>objective</a:t>
            </a:r>
            <a:endParaRPr lang="de-DE" dirty="0"/>
          </a:p>
        </p:txBody>
      </p:sp>
      <p:graphicFrame>
        <p:nvGraphicFramePr>
          <p:cNvPr id="9" name="Rectangle 1">
            <a:extLst>
              <a:ext uri="{FF2B5EF4-FFF2-40B4-BE49-F238E27FC236}">
                <a16:creationId xmlns:a16="http://schemas.microsoft.com/office/drawing/2014/main" id="{268E71DA-9E14-62BB-715C-AD85C98A7E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03549221"/>
              </p:ext>
            </p:extLst>
          </p:nvPr>
        </p:nvGraphicFramePr>
        <p:xfrm>
          <a:off x="838200" y="1739138"/>
          <a:ext cx="9941696" cy="45243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0916999E-DB29-061E-0C4F-893EE9DE2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11/16/2025</a:t>
            </a:r>
            <a:endParaRPr lang="en-US" spc="5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4CB6B130-548B-24AE-0A55-69416B07E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E8200-1950-409B-82E7-99938E7AE35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8821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C88D8B-91B4-F3B2-335F-322868A58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Methodology: Dijkstra‘s Algorithm</a:t>
            </a:r>
          </a:p>
        </p:txBody>
      </p:sp>
      <p:graphicFrame>
        <p:nvGraphicFramePr>
          <p:cNvPr id="6" name="Inhaltsplatzhalter 5">
            <a:extLst>
              <a:ext uri="{FF2B5EF4-FFF2-40B4-BE49-F238E27FC236}">
                <a16:creationId xmlns:a16="http://schemas.microsoft.com/office/drawing/2014/main" id="{592FCD34-8048-BD46-BE4D-1471108200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1813284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1AA8C28C-82C7-74C5-A6BF-4663B5417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11/16/2025</a:t>
            </a:r>
            <a:endParaRPr lang="en-US" spc="5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D3DFD9D4-B98A-D21E-BF4B-8DD89D859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E8200-1950-409B-82E7-99938E7AE35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7930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102F776-542F-5D53-A573-A1AA447F8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11/16/2025</a:t>
            </a:r>
            <a:endParaRPr lang="en-US" spc="5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D970957-7F76-F340-6408-563742E84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E8200-1950-409B-82E7-99938E7AE355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6" name="Inhaltsplatzhalter 4">
            <a:extLst>
              <a:ext uri="{FF2B5EF4-FFF2-40B4-BE49-F238E27FC236}">
                <a16:creationId xmlns:a16="http://schemas.microsoft.com/office/drawing/2014/main" id="{0E00B725-2537-FEE3-2784-78ACB831A9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1003" y="361953"/>
            <a:ext cx="8129994" cy="5747425"/>
          </a:xfr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D24CE5E4-0845-8AD9-B675-4507F1476F87}"/>
              </a:ext>
            </a:extLst>
          </p:cNvPr>
          <p:cNvSpPr txBox="1"/>
          <p:nvPr/>
        </p:nvSpPr>
        <p:spPr>
          <a:xfrm>
            <a:off x="2031003" y="6128488"/>
            <a:ext cx="81299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/>
              <a:t>Figure 1: Shortest time and distance to the targets ‘</a:t>
            </a:r>
            <a:r>
              <a:rPr lang="en-GB" sz="1000" err="1"/>
              <a:t>Basilika</a:t>
            </a:r>
            <a:r>
              <a:rPr lang="en-GB" sz="1000"/>
              <a:t> </a:t>
            </a:r>
            <a:r>
              <a:rPr lang="en-GB" sz="1000" err="1"/>
              <a:t>Mariatrost</a:t>
            </a:r>
            <a:r>
              <a:rPr lang="en-GB" sz="1000"/>
              <a:t>’, ‘</a:t>
            </a:r>
            <a:r>
              <a:rPr lang="en-GB" sz="1000" err="1"/>
              <a:t>Murpark</a:t>
            </a:r>
            <a:r>
              <a:rPr lang="en-GB" sz="1000"/>
              <a:t>’ and ‘Schloss Eggenberg’, calculated by Dijkstra’s Routing Algorithm (created by Kakuska, B. and </a:t>
            </a:r>
            <a:r>
              <a:rPr lang="en-GB" sz="1000" err="1"/>
              <a:t>Öttl</a:t>
            </a:r>
            <a:r>
              <a:rPr lang="en-GB" sz="1000"/>
              <a:t>, H. 2025)</a:t>
            </a:r>
          </a:p>
        </p:txBody>
      </p:sp>
    </p:spTree>
    <p:extLst>
      <p:ext uri="{BB962C8B-B14F-4D97-AF65-F5344CB8AC3E}">
        <p14:creationId xmlns:p14="http://schemas.microsoft.com/office/powerpoint/2010/main" val="11329760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47C5951-E160-11C4-7E59-CE1B8775B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Methodology: A* Algorithm</a:t>
            </a:r>
          </a:p>
        </p:txBody>
      </p:sp>
      <p:graphicFrame>
        <p:nvGraphicFramePr>
          <p:cNvPr id="7" name="Inhaltsplatzhalter 6">
            <a:extLst>
              <a:ext uri="{FF2B5EF4-FFF2-40B4-BE49-F238E27FC236}">
                <a16:creationId xmlns:a16="http://schemas.microsoft.com/office/drawing/2014/main" id="{2150C263-A24C-2EDA-A165-39F484091B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1742875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FFFB96E-B1F9-6CDD-D292-5001A6828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11/16/2025</a:t>
            </a:r>
            <a:endParaRPr lang="en-US" spc="5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89A6C18-B3E9-8C0F-F499-794E580BD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E8200-1950-409B-82E7-99938E7AE35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5772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1DAEF5-5A47-7821-1E06-EEA561D28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A02BDE0-24D1-7886-F44A-6CC84B8AB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11/16/2025</a:t>
            </a:r>
            <a:endParaRPr lang="en-US" spc="5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98C3549-B936-0B7F-C5C5-1A4F53787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E8200-1950-409B-82E7-99938E7AE355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6" name="Inhaltsplatzhalter 4">
            <a:extLst>
              <a:ext uri="{FF2B5EF4-FFF2-40B4-BE49-F238E27FC236}">
                <a16:creationId xmlns:a16="http://schemas.microsoft.com/office/drawing/2014/main" id="{AA2809B3-1462-433A-C68C-1CFE4B50BD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31003" y="361953"/>
            <a:ext cx="8129994" cy="5747425"/>
          </a:xfr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B0836E83-C838-EA0E-CC14-0BB3B944C1F3}"/>
              </a:ext>
            </a:extLst>
          </p:cNvPr>
          <p:cNvSpPr txBox="1"/>
          <p:nvPr/>
        </p:nvSpPr>
        <p:spPr>
          <a:xfrm>
            <a:off x="2031003" y="6128488"/>
            <a:ext cx="81299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/>
              <a:t>Figure 2: Comparison of the shortest routes using distance cost function to the targets ‘</a:t>
            </a:r>
            <a:r>
              <a:rPr lang="en-GB" sz="1000" err="1"/>
              <a:t>Basilika</a:t>
            </a:r>
            <a:r>
              <a:rPr lang="en-GB" sz="1000"/>
              <a:t> </a:t>
            </a:r>
            <a:r>
              <a:rPr lang="en-GB" sz="1000" err="1"/>
              <a:t>Mariatrost</a:t>
            </a:r>
            <a:r>
              <a:rPr lang="en-GB" sz="1000"/>
              <a:t>’, ‘</a:t>
            </a:r>
            <a:r>
              <a:rPr lang="en-GB" sz="1000" err="1"/>
              <a:t>Murpark</a:t>
            </a:r>
            <a:r>
              <a:rPr lang="en-GB" sz="1000"/>
              <a:t>’ and ‘Schloss Eggenberg’, calculated by Dijkstra’s Routing Algorithm vs. A* Algorithm (created by Kakuska, B. and </a:t>
            </a:r>
            <a:r>
              <a:rPr lang="en-GB" sz="1000" err="1"/>
              <a:t>Öttl</a:t>
            </a:r>
            <a:r>
              <a:rPr lang="en-GB" sz="1000"/>
              <a:t>, H. 2025).</a:t>
            </a:r>
          </a:p>
        </p:txBody>
      </p:sp>
    </p:spTree>
    <p:extLst>
      <p:ext uri="{BB962C8B-B14F-4D97-AF65-F5344CB8AC3E}">
        <p14:creationId xmlns:p14="http://schemas.microsoft.com/office/powerpoint/2010/main" val="22112336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rafik 20" descr="Ein Bild, das Text, Screenshot, Karte enthält.&#10;&#10;KI-generierte Inhalte können fehlerhaft sein.">
            <a:extLst>
              <a:ext uri="{FF2B5EF4-FFF2-40B4-BE49-F238E27FC236}">
                <a16:creationId xmlns:a16="http://schemas.microsoft.com/office/drawing/2014/main" id="{5B4FC0AA-388C-5FDC-C5E0-BA06CA8B7F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26"/>
          <a:stretch>
            <a:fillRect/>
          </a:stretch>
        </p:blipFill>
        <p:spPr>
          <a:xfrm>
            <a:off x="6095998" y="1626136"/>
            <a:ext cx="6096001" cy="4320000"/>
          </a:xfrm>
          <a:prstGeom prst="rect">
            <a:avLst/>
          </a:prstGeom>
        </p:spPr>
      </p:pic>
      <p:pic>
        <p:nvPicPr>
          <p:cNvPr id="23" name="Grafik 22" descr="Ein Bild, das Text, Screenshot, Karte enthält.&#10;&#10;KI-generierte Inhalte können fehlerhaft sein.">
            <a:extLst>
              <a:ext uri="{FF2B5EF4-FFF2-40B4-BE49-F238E27FC236}">
                <a16:creationId xmlns:a16="http://schemas.microsoft.com/office/drawing/2014/main" id="{F08C247E-AE5B-C123-E5DC-AA15B0D642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26"/>
          <a:stretch>
            <a:fillRect/>
          </a:stretch>
        </p:blipFill>
        <p:spPr>
          <a:xfrm>
            <a:off x="0" y="1621084"/>
            <a:ext cx="6096000" cy="4320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44FC5B0A-286E-1BF0-6189-17BF7878E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Comparison Dijkstra’s vs. A* algorithm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40BBD84-5DAF-B40A-06F4-3A27ECA9A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11/16/2025</a:t>
            </a:r>
            <a:endParaRPr lang="en-US" spc="5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6961094-4110-FF9F-9442-170988630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E8200-1950-409B-82E7-99938E7AE355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5786D820-7A97-C72F-5476-BCF12D071664}"/>
              </a:ext>
            </a:extLst>
          </p:cNvPr>
          <p:cNvSpPr txBox="1"/>
          <p:nvPr/>
        </p:nvSpPr>
        <p:spPr>
          <a:xfrm>
            <a:off x="6533532" y="2180994"/>
            <a:ext cx="4006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/>
              <a:t>(b)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3ED94AC1-07DE-E9C7-83B4-08C5A47537E3}"/>
              </a:ext>
            </a:extLst>
          </p:cNvPr>
          <p:cNvSpPr txBox="1"/>
          <p:nvPr/>
        </p:nvSpPr>
        <p:spPr>
          <a:xfrm>
            <a:off x="838198" y="2180995"/>
            <a:ext cx="4006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/>
              <a:t>(a)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D766C774-5625-9123-78B4-C59603EAC51E}"/>
              </a:ext>
            </a:extLst>
          </p:cNvPr>
          <p:cNvSpPr txBox="1"/>
          <p:nvPr/>
        </p:nvSpPr>
        <p:spPr>
          <a:xfrm>
            <a:off x="751114" y="5748607"/>
            <a:ext cx="10439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/>
              <a:t>Figure 3: Comparison of the expanded nodes used to calculate the shortest routes (distance)  routes using distance cost function to (a) the targets ‘</a:t>
            </a:r>
            <a:r>
              <a:rPr lang="en-GB" sz="1000" err="1"/>
              <a:t>Basilika</a:t>
            </a:r>
            <a:r>
              <a:rPr lang="en-GB" sz="1000"/>
              <a:t> </a:t>
            </a:r>
            <a:r>
              <a:rPr lang="en-GB" sz="1000" err="1"/>
              <a:t>Mariatrost</a:t>
            </a:r>
            <a:r>
              <a:rPr lang="en-GB" sz="1000"/>
              <a:t>’, ‘</a:t>
            </a:r>
            <a:r>
              <a:rPr lang="en-GB" sz="1000" err="1"/>
              <a:t>Murpark</a:t>
            </a:r>
            <a:r>
              <a:rPr lang="en-GB" sz="1000"/>
              <a:t>’ and ‘Schloss Eggenberg’, (b) only the target ‘</a:t>
            </a:r>
            <a:r>
              <a:rPr lang="en-GB" sz="1000" err="1"/>
              <a:t>Murpark</a:t>
            </a:r>
            <a:r>
              <a:rPr lang="en-GB" sz="1000"/>
              <a:t>’ calculated by Dijkstra’s Routing Algorithm vs. A* Algorithm (created by Kakuska, B. and </a:t>
            </a:r>
            <a:r>
              <a:rPr lang="en-GB" sz="1000" err="1"/>
              <a:t>Öttl</a:t>
            </a:r>
            <a:r>
              <a:rPr lang="en-GB" sz="1000"/>
              <a:t>, H. 2025).</a:t>
            </a:r>
          </a:p>
        </p:txBody>
      </p:sp>
    </p:spTree>
    <p:extLst>
      <p:ext uri="{BB962C8B-B14F-4D97-AF65-F5344CB8AC3E}">
        <p14:creationId xmlns:p14="http://schemas.microsoft.com/office/powerpoint/2010/main" val="18429281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C25F35-0476-C6A7-897B-78B5FA90B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301688-85C0-B6D8-7DC6-714138243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Conclusion</a:t>
            </a:r>
            <a:endParaRPr lang="de-DE"/>
          </a:p>
        </p:txBody>
      </p:sp>
      <p:graphicFrame>
        <p:nvGraphicFramePr>
          <p:cNvPr id="9" name="Rectangle 1">
            <a:extLst>
              <a:ext uri="{FF2B5EF4-FFF2-40B4-BE49-F238E27FC236}">
                <a16:creationId xmlns:a16="http://schemas.microsoft.com/office/drawing/2014/main" id="{08514D4F-4D51-FEE0-77FB-63DC5253603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94909881"/>
              </p:ext>
            </p:extLst>
          </p:nvPr>
        </p:nvGraphicFramePr>
        <p:xfrm>
          <a:off x="838200" y="1739138"/>
          <a:ext cx="9941696" cy="45243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394D0F0B-1ED5-7ABA-D673-8E9F36247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11/16/2025</a:t>
            </a:r>
            <a:endParaRPr lang="en-US" spc="5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60169D24-BED6-8A0C-CBFD-6269A4FD4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E8200-1950-409B-82E7-99938E7AE35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0694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4C4DF-E2F0-7A98-963C-47AA2CB2E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F1AEB2-BBC6-9278-671D-788BE7732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Limitations</a:t>
            </a:r>
            <a:endParaRPr lang="de-DE"/>
          </a:p>
        </p:txBody>
      </p:sp>
      <p:graphicFrame>
        <p:nvGraphicFramePr>
          <p:cNvPr id="9" name="Rectangle 1">
            <a:extLst>
              <a:ext uri="{FF2B5EF4-FFF2-40B4-BE49-F238E27FC236}">
                <a16:creationId xmlns:a16="http://schemas.microsoft.com/office/drawing/2014/main" id="{398D9224-A100-E268-4ABA-9DF10F8315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4870076"/>
              </p:ext>
            </p:extLst>
          </p:nvPr>
        </p:nvGraphicFramePr>
        <p:xfrm>
          <a:off x="838200" y="1739138"/>
          <a:ext cx="9941696" cy="45243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AAA646D7-15FD-16EA-66F0-C60EAB720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11/16/2025</a:t>
            </a:r>
            <a:endParaRPr lang="en-US" spc="5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C8B0A3BC-D073-5E3B-B6C6-037665058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E8200-1950-409B-82E7-99938E7AE35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2117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66BE531ECEE1954A814B8689FBB98CE2" ma:contentTypeVersion="0" ma:contentTypeDescription="Ein neues Dokument erstellen." ma:contentTypeScope="" ma:versionID="acd75cd2d71db6368854b6b994937e96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c53d80aff21730010234ecb5600eb49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C080421-EA9C-48C1-B5E7-59D7010BEAB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02459F54-D799-4846-BBE9-05DB3AE8191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34534B9-39BA-499C-A983-A607EA50F80F}">
  <ds:schemaRefs>
    <ds:schemaRef ds:uri="http://schemas.microsoft.com/office/2006/metadata/properties"/>
    <ds:schemaRef ds:uri="http://schemas.microsoft.com/office/infopath/2007/PartnerControls"/>
    <ds:schemaRef ds:uri="http://purl.org/dc/dcmitype/"/>
    <ds:schemaRef ds:uri="http://schemas.microsoft.com/office/2006/documentManagement/types"/>
    <ds:schemaRef ds:uri="http://www.w3.org/XML/1998/namespace"/>
    <ds:schemaRef ds:uri="http://purl.org/dc/elements/1.1/"/>
    <ds:schemaRef ds:uri="http://schemas.openxmlformats.org/package/2006/metadata/core-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553</Words>
  <Application>Microsoft Office PowerPoint</Application>
  <PresentationFormat>Breitbild</PresentationFormat>
  <Paragraphs>66</Paragraphs>
  <Slides>9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</vt:lpstr>
      <vt:lpstr>Routing – Lab 01</vt:lpstr>
      <vt:lpstr>Task and objective</vt:lpstr>
      <vt:lpstr>Methodology: Dijkstra‘s Algorithm</vt:lpstr>
      <vt:lpstr>PowerPoint-Präsentation</vt:lpstr>
      <vt:lpstr>Methodology: A* Algorithm</vt:lpstr>
      <vt:lpstr>PowerPoint-Präsentation</vt:lpstr>
      <vt:lpstr>Comparison Dijkstra’s vs. A* algorithm</vt:lpstr>
      <vt:lpstr>Conclusion</vt:lpstr>
      <vt:lpstr>Limitations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OEttl, Hannah</dc:creator>
  <cp:lastModifiedBy>OEttl, Hannah</cp:lastModifiedBy>
  <cp:revision>3</cp:revision>
  <dcterms:created xsi:type="dcterms:W3CDTF">2025-11-15T18:26:51Z</dcterms:created>
  <dcterms:modified xsi:type="dcterms:W3CDTF">2025-11-16T13:00:22Z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0x01010066BE531ECEE1954A814B8689FBB98CE2</vt:lpwstr>
  </property>
</Properties>
</file>